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57" r:id="rId5"/>
    <p:sldId id="258" r:id="rId6"/>
  </p:sldIdLst>
  <p:sldSz cx="12192000" cy="6858000"/>
  <p:notesSz cx="6661150" cy="98663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unnar Liden" initials="GL" lastIdx="2" clrIdx="0">
    <p:extLst>
      <p:ext uri="{19B8F6BF-5375-455C-9EA6-DF929625EA0E}">
        <p15:presenceInfo xmlns:p15="http://schemas.microsoft.com/office/powerpoint/2012/main" userId="6f9d43f83691c4e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00FF"/>
    <a:srgbClr val="FEDAD6"/>
    <a:srgbClr val="FFF4D5"/>
    <a:srgbClr val="99CCFF"/>
    <a:srgbClr val="E2FE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322" autoAdjust="0"/>
    <p:restoredTop sz="94660"/>
  </p:normalViewPr>
  <p:slideViewPr>
    <p:cSldViewPr snapToGrid="0">
      <p:cViewPr varScale="1">
        <p:scale>
          <a:sx n="89" d="100"/>
          <a:sy n="89" d="100"/>
        </p:scale>
        <p:origin x="90" y="1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Formatvorlage des Untertitelmasters durch Klicken bearbeiten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01.03.2026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17188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01.03.2026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25621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01.03.2026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54965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01.03.2026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69624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01.03.2026</a:t>
            </a:fld>
            <a:endParaRPr lang="de-CH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39929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01.03.2026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59168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01.03.2026</a:t>
            </a:fld>
            <a:endParaRPr lang="de-CH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25586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01.03.2026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2571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01.03.2026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71973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01.03.2026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75725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01.03.2026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09461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CE6D58-9B57-4731-A47B-3CD41B48F0A9}" type="datetimeFigureOut">
              <a:rPr lang="de-CH" smtClean="0"/>
              <a:t>01.03.2026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10310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4B31F23-BA0A-6A89-0DE8-72155A1AEE36}"/>
              </a:ext>
            </a:extLst>
          </p:cNvPr>
          <p:cNvSpPr txBox="1"/>
          <p:nvPr/>
        </p:nvSpPr>
        <p:spPr>
          <a:xfrm>
            <a:off x="0" y="108741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Reservation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cards</a:t>
            </a:r>
            <a:endParaRPr lang="de-CH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7534687-C8C7-0D06-2D5B-CF7DB9CD19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088" y="1128384"/>
            <a:ext cx="2276190" cy="904762"/>
          </a:xfrm>
          <a:prstGeom prst="rect">
            <a:avLst/>
          </a:prstGeom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C4881A30-E4F3-25B6-AEAD-7B4EE3169AE8}"/>
              </a:ext>
            </a:extLst>
          </p:cNvPr>
          <p:cNvSpPr/>
          <p:nvPr/>
        </p:nvSpPr>
        <p:spPr>
          <a:xfrm>
            <a:off x="3786940" y="1436290"/>
            <a:ext cx="2799757" cy="19927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4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openPageReservationPrint</a:t>
            </a:r>
            <a:endParaRPr lang="de-CH" sz="14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string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plan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with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strings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(Table)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cards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Window.open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(ReservationPrint.htm)</a:t>
            </a: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Pass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opened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object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local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storage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EB651EB5-C44A-7F89-CEDA-CF6CDE156510}"/>
              </a:ext>
            </a:extLst>
          </p:cNvPr>
          <p:cNvSpPr/>
          <p:nvPr/>
        </p:nvSpPr>
        <p:spPr>
          <a:xfrm>
            <a:off x="7211626" y="884208"/>
            <a:ext cx="2974904" cy="4701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ReservationPrint.htm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301F0B5-9AB6-6505-1D92-BFA105F73C7B}"/>
              </a:ext>
            </a:extLst>
          </p:cNvPr>
          <p:cNvSpPr/>
          <p:nvPr/>
        </p:nvSpPr>
        <p:spPr>
          <a:xfrm>
            <a:off x="7220253" y="1353841"/>
            <a:ext cx="2974904" cy="58364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header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Styles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print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Page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breaks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etc.</a:t>
            </a: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Incude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Reservation.js ReservationFiles.js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BE9CA6F3-5312-C481-D651-3FA3CDE88C91}"/>
              </a:ext>
            </a:extLst>
          </p:cNvPr>
          <p:cNvSpPr/>
          <p:nvPr/>
        </p:nvSpPr>
        <p:spPr>
          <a:xfrm>
            <a:off x="7211626" y="1937481"/>
            <a:ext cx="2974904" cy="115524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body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fr-FR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&lt;script </a:t>
            </a:r>
            <a:r>
              <a:rPr lang="fr-FR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language</a:t>
            </a:r>
            <a:r>
              <a:rPr lang="fr-FR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="JavaScript"&gt;</a:t>
            </a:r>
          </a:p>
          <a:p>
            <a:r>
              <a:rPr lang="fr-FR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</a:t>
            </a:r>
            <a:r>
              <a:rPr lang="fr-FR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Document.write</a:t>
            </a:r>
            <a:r>
              <a:rPr lang="fr-FR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fr-FR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mainReservationCards</a:t>
            </a:r>
            <a:r>
              <a:rPr lang="fr-FR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())</a:t>
            </a:r>
          </a:p>
          <a:p>
            <a:r>
              <a:rPr lang="fr-FR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&lt;/script&gt;</a:t>
            </a:r>
          </a:p>
          <a:p>
            <a:endParaRPr lang="fr-FR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&lt;/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body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C70B0F7-971B-978B-0DAB-64A1143C4FE1}"/>
              </a:ext>
            </a:extLst>
          </p:cNvPr>
          <p:cNvSpPr/>
          <p:nvPr/>
        </p:nvSpPr>
        <p:spPr>
          <a:xfrm>
            <a:off x="879088" y="2731532"/>
            <a:ext cx="2434959" cy="260426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getAllReservationCardsHtml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getArrayReservationCards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("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")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getArrayReservationCards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("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")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addStartTable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addEmptyRow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addRow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addStartRow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addColumn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addStartColumn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addJazzLiveAarau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addName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addDateTableSeat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addColumn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addColumn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addEndTable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3A8D429-2416-E038-0E91-94C1F1FA1AB7}"/>
              </a:ext>
            </a:extLst>
          </p:cNvPr>
          <p:cNvSpPr/>
          <p:nvPr/>
        </p:nvSpPr>
        <p:spPr>
          <a:xfrm>
            <a:off x="879088" y="2131265"/>
            <a:ext cx="2434959" cy="3693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DisplayNames.getPrintHtmlString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84BFAD17-B8BD-AC49-C0ED-C38386E6EA5C}"/>
              </a:ext>
            </a:extLst>
          </p:cNvPr>
          <p:cNvSpPr/>
          <p:nvPr/>
        </p:nvSpPr>
        <p:spPr>
          <a:xfrm>
            <a:off x="7220253" y="3413903"/>
            <a:ext cx="2974904" cy="100497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4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mainReservationCards</a:t>
            </a:r>
            <a:endParaRPr lang="de-CH" sz="14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passed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fom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opened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object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from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local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storage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Pfeil: nach rechts 11">
            <a:extLst>
              <a:ext uri="{FF2B5EF4-FFF2-40B4-BE49-F238E27FC236}">
                <a16:creationId xmlns:a16="http://schemas.microsoft.com/office/drawing/2014/main" id="{8CD902AF-2414-06B3-BBCB-5E9638A3676E}"/>
              </a:ext>
            </a:extLst>
          </p:cNvPr>
          <p:cNvSpPr/>
          <p:nvPr/>
        </p:nvSpPr>
        <p:spPr>
          <a:xfrm rot="1122447">
            <a:off x="3268403" y="1342308"/>
            <a:ext cx="433295" cy="234366"/>
          </a:xfrm>
          <a:prstGeom prst="rightArrow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3" name="Pfeil: nach rechts 12">
            <a:extLst>
              <a:ext uri="{FF2B5EF4-FFF2-40B4-BE49-F238E27FC236}">
                <a16:creationId xmlns:a16="http://schemas.microsoft.com/office/drawing/2014/main" id="{2A26D29E-305A-7C88-F963-184D0156158F}"/>
              </a:ext>
            </a:extLst>
          </p:cNvPr>
          <p:cNvSpPr/>
          <p:nvPr/>
        </p:nvSpPr>
        <p:spPr>
          <a:xfrm rot="18983583">
            <a:off x="3357966" y="2614349"/>
            <a:ext cx="433295" cy="234366"/>
          </a:xfrm>
          <a:prstGeom prst="rightArrow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4" name="Pfeil: nach rechts 13">
            <a:extLst>
              <a:ext uri="{FF2B5EF4-FFF2-40B4-BE49-F238E27FC236}">
                <a16:creationId xmlns:a16="http://schemas.microsoft.com/office/drawing/2014/main" id="{10C21F40-0C48-EA7E-D1BE-DDB15A737EBF}"/>
              </a:ext>
            </a:extLst>
          </p:cNvPr>
          <p:cNvSpPr/>
          <p:nvPr/>
        </p:nvSpPr>
        <p:spPr>
          <a:xfrm rot="19046199">
            <a:off x="3333847" y="2106843"/>
            <a:ext cx="433295" cy="234366"/>
          </a:xfrm>
          <a:prstGeom prst="rightArrow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" name="Pfeil: nach rechts 14">
            <a:extLst>
              <a:ext uri="{FF2B5EF4-FFF2-40B4-BE49-F238E27FC236}">
                <a16:creationId xmlns:a16="http://schemas.microsoft.com/office/drawing/2014/main" id="{D22B274E-0788-2D1F-97C3-C0B2E663F2D7}"/>
              </a:ext>
            </a:extLst>
          </p:cNvPr>
          <p:cNvSpPr/>
          <p:nvPr/>
        </p:nvSpPr>
        <p:spPr>
          <a:xfrm rot="19821310">
            <a:off x="6703370" y="2590012"/>
            <a:ext cx="433295" cy="234366"/>
          </a:xfrm>
          <a:prstGeom prst="rightArrow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6" name="Pfeil: nach rechts 15">
            <a:extLst>
              <a:ext uri="{FF2B5EF4-FFF2-40B4-BE49-F238E27FC236}">
                <a16:creationId xmlns:a16="http://schemas.microsoft.com/office/drawing/2014/main" id="{70F2DAE6-A7C2-5D21-7A28-03306CD47A25}"/>
              </a:ext>
            </a:extLst>
          </p:cNvPr>
          <p:cNvSpPr/>
          <p:nvPr/>
        </p:nvSpPr>
        <p:spPr>
          <a:xfrm rot="16200000">
            <a:off x="8568108" y="3154919"/>
            <a:ext cx="279194" cy="196793"/>
          </a:xfrm>
          <a:prstGeom prst="rightArrow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F01D55D-4F95-9D4C-3AE3-75AAFBB01431}"/>
              </a:ext>
            </a:extLst>
          </p:cNvPr>
          <p:cNvSpPr/>
          <p:nvPr/>
        </p:nvSpPr>
        <p:spPr>
          <a:xfrm>
            <a:off x="3780206" y="3892313"/>
            <a:ext cx="2806490" cy="3693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localStorage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Pfeil: nach rechts 17">
            <a:extLst>
              <a:ext uri="{FF2B5EF4-FFF2-40B4-BE49-F238E27FC236}">
                <a16:creationId xmlns:a16="http://schemas.microsoft.com/office/drawing/2014/main" id="{55B7035E-B91F-6418-957D-0A1E9A7D0812}"/>
              </a:ext>
            </a:extLst>
          </p:cNvPr>
          <p:cNvSpPr/>
          <p:nvPr/>
        </p:nvSpPr>
        <p:spPr>
          <a:xfrm rot="5400000">
            <a:off x="5142251" y="3610987"/>
            <a:ext cx="279194" cy="196793"/>
          </a:xfrm>
          <a:prstGeom prst="rightArrow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9" name="Pfeil: nach rechts 18">
            <a:extLst>
              <a:ext uri="{FF2B5EF4-FFF2-40B4-BE49-F238E27FC236}">
                <a16:creationId xmlns:a16="http://schemas.microsoft.com/office/drawing/2014/main" id="{DDD3A720-E515-D9FC-5FEE-C2931D660549}"/>
              </a:ext>
            </a:extLst>
          </p:cNvPr>
          <p:cNvSpPr/>
          <p:nvPr/>
        </p:nvSpPr>
        <p:spPr>
          <a:xfrm>
            <a:off x="6709318" y="3971003"/>
            <a:ext cx="433295" cy="234366"/>
          </a:xfrm>
          <a:prstGeom prst="rightArrow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98550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55873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246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D60E4EDF-F6F3-4EC8-D6C3-EA780D800D29}"/>
              </a:ext>
            </a:extLst>
          </p:cNvPr>
          <p:cNvCxnSpPr>
            <a:cxnSpLocks/>
            <a:endCxn id="6" idx="2"/>
          </p:cNvCxnSpPr>
          <p:nvPr/>
        </p:nvCxnSpPr>
        <p:spPr>
          <a:xfrm flipV="1">
            <a:off x="3896708" y="1209138"/>
            <a:ext cx="8722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B09F7E61-6648-D83F-174F-C4BA978A1705}"/>
              </a:ext>
            </a:extLst>
          </p:cNvPr>
          <p:cNvCxnSpPr>
            <a:cxnSpLocks/>
          </p:cNvCxnSpPr>
          <p:nvPr/>
        </p:nvCxnSpPr>
        <p:spPr>
          <a:xfrm flipV="1">
            <a:off x="2145622" y="1386138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6D293917-8B42-22C6-CC6D-86DE59EA755F}"/>
              </a:ext>
            </a:extLst>
          </p:cNvPr>
          <p:cNvCxnSpPr>
            <a:cxnSpLocks/>
          </p:cNvCxnSpPr>
          <p:nvPr/>
        </p:nvCxnSpPr>
        <p:spPr>
          <a:xfrm>
            <a:off x="2145622" y="1396649"/>
            <a:ext cx="4395383" cy="71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hteck 4">
            <a:extLst>
              <a:ext uri="{FF2B5EF4-FFF2-40B4-BE49-F238E27FC236}">
                <a16:creationId xmlns:a16="http://schemas.microsoft.com/office/drawing/2014/main" id="{D21FE9F8-64B5-4E35-B6EA-05F08AA2ADE4}"/>
              </a:ext>
            </a:extLst>
          </p:cNvPr>
          <p:cNvSpPr/>
          <p:nvPr/>
        </p:nvSpPr>
        <p:spPr>
          <a:xfrm>
            <a:off x="3031171" y="1580908"/>
            <a:ext cx="614749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Styles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CED2CE5-7752-9423-530E-0A08F0FF8AAF}"/>
              </a:ext>
            </a:extLst>
          </p:cNvPr>
          <p:cNvSpPr/>
          <p:nvPr/>
        </p:nvSpPr>
        <p:spPr>
          <a:xfrm>
            <a:off x="2417978" y="623456"/>
            <a:ext cx="2974904" cy="58568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WwwReservationLayout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(Computer/GitHub)</a:t>
            </a:r>
          </a:p>
          <a:p>
            <a:pPr algn="ctr"/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(Server)</a:t>
            </a:r>
          </a:p>
        </p:txBody>
      </p:sp>
      <p:sp>
        <p:nvSpPr>
          <p:cNvPr id="7" name="Flussdiagramm: Karte 6">
            <a:extLst>
              <a:ext uri="{FF2B5EF4-FFF2-40B4-BE49-F238E27FC236}">
                <a16:creationId xmlns:a16="http://schemas.microsoft.com/office/drawing/2014/main" id="{9B0DED37-95EB-E8FD-77B7-6E12760A6F2F}"/>
              </a:ext>
            </a:extLst>
          </p:cNvPr>
          <p:cNvSpPr/>
          <p:nvPr/>
        </p:nvSpPr>
        <p:spPr>
          <a:xfrm>
            <a:off x="1523540" y="1557838"/>
            <a:ext cx="1238685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SeatingPlan.htm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F0358E2B-9351-68E2-51D4-F1AEAB64B91E}"/>
              </a:ext>
            </a:extLst>
          </p:cNvPr>
          <p:cNvCxnSpPr>
            <a:cxnSpLocks/>
          </p:cNvCxnSpPr>
          <p:nvPr/>
        </p:nvCxnSpPr>
        <p:spPr>
          <a:xfrm flipV="1">
            <a:off x="3353245" y="1396649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88287F10-85B9-5BD7-9EF0-739DE6D80E01}"/>
              </a:ext>
            </a:extLst>
          </p:cNvPr>
          <p:cNvCxnSpPr>
            <a:cxnSpLocks/>
          </p:cNvCxnSpPr>
          <p:nvPr/>
        </p:nvCxnSpPr>
        <p:spPr>
          <a:xfrm flipV="1">
            <a:off x="4688961" y="1403787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100BE514-10CF-EB50-FA31-9FE4FE2A30AE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6541005" y="1403787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388A52DD-3BF4-EF5A-CFA3-A93ED2D5B2AC}"/>
              </a:ext>
            </a:extLst>
          </p:cNvPr>
          <p:cNvSpPr/>
          <p:nvPr/>
        </p:nvSpPr>
        <p:spPr>
          <a:xfrm>
            <a:off x="6069354" y="1605703"/>
            <a:ext cx="943302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Description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F422BE50-7688-C463-3D87-63D61DCAA392}"/>
              </a:ext>
            </a:extLst>
          </p:cNvPr>
          <p:cNvCxnSpPr>
            <a:cxnSpLocks/>
          </p:cNvCxnSpPr>
          <p:nvPr/>
        </p:nvCxnSpPr>
        <p:spPr>
          <a:xfrm flipV="1">
            <a:off x="7581010" y="553691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hteck 12">
            <a:extLst>
              <a:ext uri="{FF2B5EF4-FFF2-40B4-BE49-F238E27FC236}">
                <a16:creationId xmlns:a16="http://schemas.microsoft.com/office/drawing/2014/main" id="{0DAAC154-60E0-2A5E-3A17-31F66DEEBF53}"/>
              </a:ext>
            </a:extLst>
          </p:cNvPr>
          <p:cNvSpPr/>
          <p:nvPr/>
        </p:nvSpPr>
        <p:spPr>
          <a:xfrm>
            <a:off x="3708303" y="1590391"/>
            <a:ext cx="58593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jQuery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2BDDBDDC-F345-9FDF-A258-B8708A7F435B}"/>
              </a:ext>
            </a:extLst>
          </p:cNvPr>
          <p:cNvCxnSpPr>
            <a:cxnSpLocks/>
          </p:cNvCxnSpPr>
          <p:nvPr/>
        </p:nvCxnSpPr>
        <p:spPr>
          <a:xfrm flipV="1">
            <a:off x="4010926" y="140613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866E53A6-DBFA-5E2C-14E1-C4DE291EED02}"/>
              </a:ext>
            </a:extLst>
          </p:cNvPr>
          <p:cNvCxnSpPr>
            <a:cxnSpLocks/>
          </p:cNvCxnSpPr>
          <p:nvPr/>
        </p:nvCxnSpPr>
        <p:spPr>
          <a:xfrm flipV="1">
            <a:off x="8497566" y="5787135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D7C89C56-26D7-0638-6069-5BD9A293D94F}"/>
              </a:ext>
            </a:extLst>
          </p:cNvPr>
          <p:cNvCxnSpPr>
            <a:cxnSpLocks/>
          </p:cNvCxnSpPr>
          <p:nvPr/>
        </p:nvCxnSpPr>
        <p:spPr>
          <a:xfrm flipH="1" flipV="1">
            <a:off x="8719837" y="247990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1D29CF29-F7BB-9B55-629B-24083E63893C}"/>
              </a:ext>
            </a:extLst>
          </p:cNvPr>
          <p:cNvCxnSpPr>
            <a:cxnSpLocks/>
          </p:cNvCxnSpPr>
          <p:nvPr/>
        </p:nvCxnSpPr>
        <p:spPr>
          <a:xfrm flipH="1" flipV="1">
            <a:off x="1231593" y="247990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693B7339-15E0-49E5-0EF9-10A3ED2D9D11}"/>
              </a:ext>
            </a:extLst>
          </p:cNvPr>
          <p:cNvSpPr/>
          <p:nvPr/>
        </p:nvSpPr>
        <p:spPr>
          <a:xfrm>
            <a:off x="4359728" y="1595621"/>
            <a:ext cx="639615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Scripts</a:t>
            </a: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F1415958-6980-B0B9-7403-8F1FABA043FB}"/>
              </a:ext>
            </a:extLst>
          </p:cNvPr>
          <p:cNvCxnSpPr>
            <a:cxnSpLocks/>
          </p:cNvCxnSpPr>
          <p:nvPr/>
        </p:nvCxnSpPr>
        <p:spPr>
          <a:xfrm flipV="1">
            <a:off x="5791220" y="1396649"/>
            <a:ext cx="0" cy="222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hteck 19">
            <a:extLst>
              <a:ext uri="{FF2B5EF4-FFF2-40B4-BE49-F238E27FC236}">
                <a16:creationId xmlns:a16="http://schemas.microsoft.com/office/drawing/2014/main" id="{686603EE-63ED-3DC7-9BE3-87E2D953E125}"/>
              </a:ext>
            </a:extLst>
          </p:cNvPr>
          <p:cNvSpPr/>
          <p:nvPr/>
        </p:nvSpPr>
        <p:spPr>
          <a:xfrm>
            <a:off x="5546831" y="1605703"/>
            <a:ext cx="46494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Php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A1510595-3FF8-EA06-4EAF-BB74DAF9B4FB}"/>
              </a:ext>
            </a:extLst>
          </p:cNvPr>
          <p:cNvCxnSpPr>
            <a:cxnSpLocks/>
          </p:cNvCxnSpPr>
          <p:nvPr/>
        </p:nvCxnSpPr>
        <p:spPr>
          <a:xfrm flipV="1">
            <a:off x="5286707" y="1396649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85157C3D-DD83-DBE6-D3EF-45992DDB442A}"/>
              </a:ext>
            </a:extLst>
          </p:cNvPr>
          <p:cNvSpPr/>
          <p:nvPr/>
        </p:nvSpPr>
        <p:spPr>
          <a:xfrm>
            <a:off x="5042318" y="1595621"/>
            <a:ext cx="46494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B1924CA7-98B6-5B26-C9A7-D607152DEA12}"/>
              </a:ext>
            </a:extLst>
          </p:cNvPr>
          <p:cNvSpPr txBox="1"/>
          <p:nvPr/>
        </p:nvSpPr>
        <p:spPr>
          <a:xfrm>
            <a:off x="1304652" y="1854049"/>
            <a:ext cx="1756698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App: Create </a:t>
            </a:r>
            <a:r>
              <a:rPr lang="de-CH" sz="1100" b="1" dirty="0" err="1">
                <a:latin typeface="Aptos Narrow" panose="020B0004020202020204" pitchFamily="34" charset="0"/>
              </a:rPr>
              <a:t>reservation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system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for</a:t>
            </a:r>
            <a:r>
              <a:rPr lang="de-CH" sz="1100" b="1" dirty="0">
                <a:latin typeface="Aptos Narrow" panose="020B0004020202020204" pitchFamily="34" charset="0"/>
              </a:rPr>
              <a:t> different </a:t>
            </a:r>
            <a:r>
              <a:rPr lang="de-CH" sz="1100" b="1" dirty="0" err="1">
                <a:latin typeface="Aptos Narrow" panose="020B0004020202020204" pitchFamily="34" charset="0"/>
              </a:rPr>
              <a:t>premises</a:t>
            </a:r>
            <a:r>
              <a:rPr lang="de-CH" sz="1100" b="1" dirty="0">
                <a:latin typeface="Aptos Narrow" panose="020B0004020202020204" pitchFamily="34" charset="0"/>
              </a:rPr>
              <a:t>/</a:t>
            </a:r>
            <a:r>
              <a:rPr lang="de-CH" sz="1100" b="1" dirty="0" err="1">
                <a:latin typeface="Aptos Narrow" panose="020B0004020202020204" pitchFamily="34" charset="0"/>
              </a:rPr>
              <a:t>versions</a:t>
            </a:r>
            <a:endParaRPr lang="de-CH" b="1" dirty="0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29352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CFEBA1DB-BA2B-09CD-17B9-D75C6722CFB0}"/>
              </a:ext>
            </a:extLst>
          </p:cNvPr>
          <p:cNvCxnSpPr>
            <a:cxnSpLocks/>
          </p:cNvCxnSpPr>
          <p:nvPr/>
        </p:nvCxnSpPr>
        <p:spPr>
          <a:xfrm flipV="1">
            <a:off x="3039916" y="1326292"/>
            <a:ext cx="0" cy="12488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9921F22B-CF59-66DF-072D-574CBBD81D1E}"/>
              </a:ext>
            </a:extLst>
          </p:cNvPr>
          <p:cNvCxnSpPr>
            <a:cxnSpLocks/>
          </p:cNvCxnSpPr>
          <p:nvPr/>
        </p:nvCxnSpPr>
        <p:spPr>
          <a:xfrm flipH="1" flipV="1">
            <a:off x="2952750" y="2565956"/>
            <a:ext cx="37230" cy="22479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52209567-3E82-84CD-0965-3931EF660DE0}"/>
              </a:ext>
            </a:extLst>
          </p:cNvPr>
          <p:cNvCxnSpPr>
            <a:cxnSpLocks/>
          </p:cNvCxnSpPr>
          <p:nvPr/>
        </p:nvCxnSpPr>
        <p:spPr>
          <a:xfrm flipV="1">
            <a:off x="2802818" y="2575149"/>
            <a:ext cx="0" cy="184206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8B7FFD5-DC64-CA37-7655-B5E8BFA6B54A}"/>
              </a:ext>
            </a:extLst>
          </p:cNvPr>
          <p:cNvCxnSpPr>
            <a:cxnSpLocks/>
            <a:stCxn id="17" idx="0"/>
          </p:cNvCxnSpPr>
          <p:nvPr/>
        </p:nvCxnSpPr>
        <p:spPr>
          <a:xfrm flipH="1" flipV="1">
            <a:off x="2193949" y="2575149"/>
            <a:ext cx="396" cy="1861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7D5B8F67-A2DC-E2BD-F803-26148FBA3290}"/>
              </a:ext>
            </a:extLst>
          </p:cNvPr>
          <p:cNvCxnSpPr>
            <a:cxnSpLocks/>
          </p:cNvCxnSpPr>
          <p:nvPr/>
        </p:nvCxnSpPr>
        <p:spPr>
          <a:xfrm flipV="1">
            <a:off x="2193949" y="2565956"/>
            <a:ext cx="4223486" cy="919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048D0515-10CF-92CF-D6E5-2A3FA126CDC8}"/>
              </a:ext>
            </a:extLst>
          </p:cNvPr>
          <p:cNvSpPr/>
          <p:nvPr/>
        </p:nvSpPr>
        <p:spPr>
          <a:xfrm>
            <a:off x="2135620" y="1751776"/>
            <a:ext cx="1948392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 </a:t>
            </a:r>
            <a:r>
              <a:rPr lang="de-CH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</a:t>
            </a:r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CH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version</a:t>
            </a:r>
            <a:endParaRPr lang="de-CH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54A85247-810C-A36B-D1E7-B4DDED9F12EF}"/>
              </a:ext>
            </a:extLst>
          </p:cNvPr>
          <p:cNvCxnSpPr>
            <a:cxnSpLocks/>
          </p:cNvCxnSpPr>
          <p:nvPr/>
        </p:nvCxnSpPr>
        <p:spPr>
          <a:xfrm flipV="1">
            <a:off x="1315835" y="1547294"/>
            <a:ext cx="4845917" cy="301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C48E2E99-CCE6-46E3-2FED-51541812CFE6}"/>
              </a:ext>
            </a:extLst>
          </p:cNvPr>
          <p:cNvCxnSpPr>
            <a:cxnSpLocks/>
          </p:cNvCxnSpPr>
          <p:nvPr/>
        </p:nvCxnSpPr>
        <p:spPr>
          <a:xfrm flipV="1">
            <a:off x="4413460" y="257647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0694212D-F687-00AD-FCE1-A15FDB996B34}"/>
              </a:ext>
            </a:extLst>
          </p:cNvPr>
          <p:cNvCxnSpPr>
            <a:cxnSpLocks/>
          </p:cNvCxnSpPr>
          <p:nvPr/>
        </p:nvCxnSpPr>
        <p:spPr>
          <a:xfrm flipV="1">
            <a:off x="2386742" y="2575149"/>
            <a:ext cx="0" cy="54126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B9902208-5560-EA17-A146-9D3D401FBA36}"/>
              </a:ext>
            </a:extLst>
          </p:cNvPr>
          <p:cNvCxnSpPr>
            <a:cxnSpLocks/>
          </p:cNvCxnSpPr>
          <p:nvPr/>
        </p:nvCxnSpPr>
        <p:spPr>
          <a:xfrm flipV="1">
            <a:off x="2508955" y="2565956"/>
            <a:ext cx="0" cy="98232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226810CE-79DD-5353-1C13-07F754193991}"/>
              </a:ext>
            </a:extLst>
          </p:cNvPr>
          <p:cNvCxnSpPr>
            <a:cxnSpLocks/>
          </p:cNvCxnSpPr>
          <p:nvPr/>
        </p:nvCxnSpPr>
        <p:spPr>
          <a:xfrm flipV="1">
            <a:off x="2647831" y="2565956"/>
            <a:ext cx="0" cy="140215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lussdiagramm: Karte 15">
            <a:extLst>
              <a:ext uri="{FF2B5EF4-FFF2-40B4-BE49-F238E27FC236}">
                <a16:creationId xmlns:a16="http://schemas.microsoft.com/office/drawing/2014/main" id="{E8A0A809-2262-28A8-7D78-8C1F7775DCDC}"/>
              </a:ext>
            </a:extLst>
          </p:cNvPr>
          <p:cNvSpPr/>
          <p:nvPr/>
        </p:nvSpPr>
        <p:spPr>
          <a:xfrm>
            <a:off x="2043375" y="3961836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DisplayLayout.htm</a:t>
            </a:r>
          </a:p>
        </p:txBody>
      </p:sp>
      <p:sp>
        <p:nvSpPr>
          <p:cNvPr id="17" name="Flussdiagramm: Karte 16">
            <a:extLst>
              <a:ext uri="{FF2B5EF4-FFF2-40B4-BE49-F238E27FC236}">
                <a16:creationId xmlns:a16="http://schemas.microsoft.com/office/drawing/2014/main" id="{8763AB46-84FB-3B23-22DD-B4A88256DE86}"/>
              </a:ext>
            </a:extLst>
          </p:cNvPr>
          <p:cNvSpPr/>
          <p:nvPr/>
        </p:nvSpPr>
        <p:spPr>
          <a:xfrm>
            <a:off x="1392943" y="2761340"/>
            <a:ext cx="1602804" cy="255984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SelectReservation.htm</a:t>
            </a:r>
          </a:p>
        </p:txBody>
      </p:sp>
      <p:sp>
        <p:nvSpPr>
          <p:cNvPr id="18" name="Flussdiagramm: Karte 17">
            <a:extLst>
              <a:ext uri="{FF2B5EF4-FFF2-40B4-BE49-F238E27FC236}">
                <a16:creationId xmlns:a16="http://schemas.microsoft.com/office/drawing/2014/main" id="{CAC9886D-405F-BF78-19F9-6C0D28EF1D5A}"/>
              </a:ext>
            </a:extLst>
          </p:cNvPr>
          <p:cNvSpPr/>
          <p:nvPr/>
        </p:nvSpPr>
        <p:spPr>
          <a:xfrm>
            <a:off x="1553686" y="3119335"/>
            <a:ext cx="1602804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AdminReservation.htm</a:t>
            </a:r>
          </a:p>
        </p:txBody>
      </p:sp>
      <p:sp>
        <p:nvSpPr>
          <p:cNvPr id="19" name="Flussdiagramm: Karte 18">
            <a:extLst>
              <a:ext uri="{FF2B5EF4-FFF2-40B4-BE49-F238E27FC236}">
                <a16:creationId xmlns:a16="http://schemas.microsoft.com/office/drawing/2014/main" id="{D1AFD8EE-115B-679F-BEAD-7084C036E721}"/>
              </a:ext>
            </a:extLst>
          </p:cNvPr>
          <p:cNvSpPr/>
          <p:nvPr/>
        </p:nvSpPr>
        <p:spPr>
          <a:xfrm>
            <a:off x="1805439" y="3542005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DisplayReservation.htm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02464626-EFD4-5AFD-7DED-E6A3D50BB8F3}"/>
              </a:ext>
            </a:extLst>
          </p:cNvPr>
          <p:cNvSpPr/>
          <p:nvPr/>
        </p:nvSpPr>
        <p:spPr>
          <a:xfrm>
            <a:off x="3233682" y="2749554"/>
            <a:ext cx="564436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45142A4B-7718-2F81-3846-9136F7517A60}"/>
              </a:ext>
            </a:extLst>
          </p:cNvPr>
          <p:cNvSpPr/>
          <p:nvPr/>
        </p:nvSpPr>
        <p:spPr>
          <a:xfrm>
            <a:off x="3870515" y="2749555"/>
            <a:ext cx="1090528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ImagesLayout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356FBA7E-C017-A7B3-EBAA-1913B360B783}"/>
              </a:ext>
            </a:extLst>
          </p:cNvPr>
          <p:cNvSpPr/>
          <p:nvPr/>
        </p:nvSpPr>
        <p:spPr>
          <a:xfrm>
            <a:off x="5958447" y="2740881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D50F0A19-C634-53F5-F4C6-F1806B457571}"/>
              </a:ext>
            </a:extLst>
          </p:cNvPr>
          <p:cNvCxnSpPr>
            <a:cxnSpLocks/>
            <a:stCxn id="25" idx="0"/>
          </p:cNvCxnSpPr>
          <p:nvPr/>
        </p:nvCxnSpPr>
        <p:spPr>
          <a:xfrm flipV="1">
            <a:off x="5446166" y="2567005"/>
            <a:ext cx="11103" cy="10036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891D9D54-2BFF-6ADF-3071-C4C20A3C3586}"/>
              </a:ext>
            </a:extLst>
          </p:cNvPr>
          <p:cNvSpPr/>
          <p:nvPr/>
        </p:nvSpPr>
        <p:spPr>
          <a:xfrm>
            <a:off x="5012439" y="2755202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XML</a:t>
            </a:r>
          </a:p>
        </p:txBody>
      </p:sp>
      <p:sp>
        <p:nvSpPr>
          <p:cNvPr id="25" name="Flussdiagramm: Karte 24">
            <a:extLst>
              <a:ext uri="{FF2B5EF4-FFF2-40B4-BE49-F238E27FC236}">
                <a16:creationId xmlns:a16="http://schemas.microsoft.com/office/drawing/2014/main" id="{2E4E7AF4-AF63-CEA6-B295-92A1F1E3D1F1}"/>
              </a:ext>
            </a:extLst>
          </p:cNvPr>
          <p:cNvSpPr/>
          <p:nvPr/>
        </p:nvSpPr>
        <p:spPr>
          <a:xfrm>
            <a:off x="4555310" y="3570665"/>
            <a:ext cx="178171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Spagi_76_Chairs_V_2.xml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C28D1700-C7B8-D60C-DDD7-B640C1608639}"/>
              </a:ext>
            </a:extLst>
          </p:cNvPr>
          <p:cNvSpPr txBox="1"/>
          <p:nvPr/>
        </p:nvSpPr>
        <p:spPr>
          <a:xfrm>
            <a:off x="3121313" y="3007770"/>
            <a:ext cx="8247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/>
              <a:t>JavaScripts</a:t>
            </a:r>
            <a:endParaRPr lang="de-CH" b="1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AB026A52-43AC-4441-8473-E01083207D97}"/>
              </a:ext>
            </a:extLst>
          </p:cNvPr>
          <p:cNvSpPr txBox="1"/>
          <p:nvPr/>
        </p:nvSpPr>
        <p:spPr>
          <a:xfrm>
            <a:off x="3879484" y="3002294"/>
            <a:ext cx="11251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Layout </a:t>
            </a:r>
            <a:r>
              <a:rPr lang="de-CH" sz="1100" b="1" dirty="0" err="1">
                <a:latin typeface="Aptos Narrow" panose="020B0004020202020204" pitchFamily="34" charset="0"/>
              </a:rPr>
              <a:t>images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589ECDBE-7665-05AE-9D3F-DBB61496D458}"/>
              </a:ext>
            </a:extLst>
          </p:cNvPr>
          <p:cNvSpPr txBox="1"/>
          <p:nvPr/>
        </p:nvSpPr>
        <p:spPr>
          <a:xfrm>
            <a:off x="5793749" y="2995558"/>
            <a:ext cx="133021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Reservation XML </a:t>
            </a:r>
            <a:r>
              <a:rPr lang="de-CH" sz="1100" b="1" dirty="0" err="1">
                <a:latin typeface="Aptos Narrow" panose="020B0004020202020204" pitchFamily="34" charset="0"/>
              </a:rPr>
              <a:t>file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for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each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event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</a:p>
        </p:txBody>
      </p: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FC3B6BD5-2867-E61E-CE75-FF47CE9E5835}"/>
              </a:ext>
            </a:extLst>
          </p:cNvPr>
          <p:cNvCxnSpPr>
            <a:cxnSpLocks/>
          </p:cNvCxnSpPr>
          <p:nvPr/>
        </p:nvCxnSpPr>
        <p:spPr>
          <a:xfrm flipV="1">
            <a:off x="7677431" y="4647095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550812F4-B888-4E4F-2C21-3857F7C65BDB}"/>
              </a:ext>
            </a:extLst>
          </p:cNvPr>
          <p:cNvCxnSpPr>
            <a:cxnSpLocks/>
          </p:cNvCxnSpPr>
          <p:nvPr/>
        </p:nvCxnSpPr>
        <p:spPr>
          <a:xfrm flipH="1" flipV="1">
            <a:off x="7017744" y="953417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1B1BB2F-5A0A-84B2-2897-5EFB610B85FF}"/>
              </a:ext>
            </a:extLst>
          </p:cNvPr>
          <p:cNvCxnSpPr>
            <a:cxnSpLocks/>
          </p:cNvCxnSpPr>
          <p:nvPr/>
        </p:nvCxnSpPr>
        <p:spPr>
          <a:xfrm flipH="1" flipV="1">
            <a:off x="212268" y="229136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Flussdiagramm: Karte 33">
            <a:extLst>
              <a:ext uri="{FF2B5EF4-FFF2-40B4-BE49-F238E27FC236}">
                <a16:creationId xmlns:a16="http://schemas.microsoft.com/office/drawing/2014/main" id="{76879713-A408-3414-7AD2-BD87EF96B84C}"/>
              </a:ext>
            </a:extLst>
          </p:cNvPr>
          <p:cNvSpPr/>
          <p:nvPr/>
        </p:nvSpPr>
        <p:spPr>
          <a:xfrm>
            <a:off x="2316824" y="4350883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ReservationList.htm</a:t>
            </a:r>
          </a:p>
        </p:txBody>
      </p:sp>
      <p:sp>
        <p:nvSpPr>
          <p:cNvPr id="35" name="Flussdiagramm: Karte 34">
            <a:extLst>
              <a:ext uri="{FF2B5EF4-FFF2-40B4-BE49-F238E27FC236}">
                <a16:creationId xmlns:a16="http://schemas.microsoft.com/office/drawing/2014/main" id="{08890597-25CB-0402-4725-E807EBD4F99F}"/>
              </a:ext>
            </a:extLst>
          </p:cNvPr>
          <p:cNvSpPr/>
          <p:nvPr/>
        </p:nvSpPr>
        <p:spPr>
          <a:xfrm>
            <a:off x="2633641" y="4771613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ReservationPrint.htm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A8B4726-A88A-697D-F14E-1DD6F62CEA8C}"/>
              </a:ext>
            </a:extLst>
          </p:cNvPr>
          <p:cNvSpPr/>
          <p:nvPr/>
        </p:nvSpPr>
        <p:spPr>
          <a:xfrm>
            <a:off x="2002653" y="743146"/>
            <a:ext cx="2115324" cy="56026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</a:t>
            </a:r>
          </a:p>
        </p:txBody>
      </p: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1FFB3F7E-D5D9-26B5-789E-3BAE9887C11D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3515900" y="2565956"/>
            <a:ext cx="2010" cy="1835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93DE9AF7-5513-E1F8-9B45-5271CFB00F11}"/>
              </a:ext>
            </a:extLst>
          </p:cNvPr>
          <p:cNvCxnSpPr>
            <a:cxnSpLocks/>
          </p:cNvCxnSpPr>
          <p:nvPr/>
        </p:nvCxnSpPr>
        <p:spPr>
          <a:xfrm flipV="1">
            <a:off x="6417436" y="255101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feld 42">
            <a:extLst>
              <a:ext uri="{FF2B5EF4-FFF2-40B4-BE49-F238E27FC236}">
                <a16:creationId xmlns:a16="http://schemas.microsoft.com/office/drawing/2014/main" id="{F1E2E7B6-9CAA-ECF0-072C-F86433E1ACF8}"/>
              </a:ext>
            </a:extLst>
          </p:cNvPr>
          <p:cNvSpPr txBox="1"/>
          <p:nvPr/>
        </p:nvSpPr>
        <p:spPr>
          <a:xfrm>
            <a:off x="4787141" y="3865698"/>
            <a:ext cx="13527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 err="1">
                <a:latin typeface="Aptos Narrow" panose="020B0004020202020204" pitchFamily="34" charset="0"/>
              </a:rPr>
              <a:t>Defines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the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layout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284968A6-3C21-B508-C41E-CB98EE46192E}"/>
              </a:ext>
            </a:extLst>
          </p:cNvPr>
          <p:cNvSpPr txBox="1"/>
          <p:nvPr/>
        </p:nvSpPr>
        <p:spPr>
          <a:xfrm>
            <a:off x="120142" y="2745360"/>
            <a:ext cx="12717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Select </a:t>
            </a:r>
            <a:r>
              <a:rPr lang="de-CH" sz="1100" b="1" dirty="0" err="1">
                <a:latin typeface="Aptos Narrow" panose="020B0004020202020204" pitchFamily="34" charset="0"/>
              </a:rPr>
              <a:t>seats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4C2C8CFC-37CF-19EC-292E-C4E0F30733F7}"/>
              </a:ext>
            </a:extLst>
          </p:cNvPr>
          <p:cNvSpPr txBox="1"/>
          <p:nvPr/>
        </p:nvSpPr>
        <p:spPr>
          <a:xfrm>
            <a:off x="217427" y="3066998"/>
            <a:ext cx="140203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</a:t>
            </a:r>
            <a:r>
              <a:rPr lang="de-CH" sz="1100" b="1" dirty="0" err="1">
                <a:latin typeface="Aptos Narrow" panose="020B0004020202020204" pitchFamily="34" charset="0"/>
              </a:rPr>
              <a:t>Adminstrate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</a:p>
          <a:p>
            <a:pPr algn="r"/>
            <a:r>
              <a:rPr lang="de-CH" sz="1100" b="1" dirty="0">
                <a:latin typeface="Aptos Narrow" panose="020B0004020202020204" pitchFamily="34" charset="0"/>
              </a:rPr>
              <a:t>            </a:t>
            </a:r>
            <a:r>
              <a:rPr lang="de-CH" sz="1100" b="1" dirty="0" err="1">
                <a:latin typeface="Aptos Narrow" panose="020B0004020202020204" pitchFamily="34" charset="0"/>
              </a:rPr>
              <a:t>reservations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85271A2C-049C-1E49-A8FE-5BF0E57D4E6E}"/>
              </a:ext>
            </a:extLst>
          </p:cNvPr>
          <p:cNvSpPr txBox="1"/>
          <p:nvPr/>
        </p:nvSpPr>
        <p:spPr>
          <a:xfrm>
            <a:off x="146616" y="3459035"/>
            <a:ext cx="164919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Display and </a:t>
            </a:r>
            <a:r>
              <a:rPr lang="de-CH" sz="1100" b="1" dirty="0" err="1">
                <a:latin typeface="Aptos Narrow" panose="020B0004020202020204" pitchFamily="34" charset="0"/>
              </a:rPr>
              <a:t>search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</a:p>
          <a:p>
            <a:pPr algn="r"/>
            <a:r>
              <a:rPr lang="de-CH" sz="1100" b="1" dirty="0">
                <a:latin typeface="Aptos Narrow" panose="020B0004020202020204" pitchFamily="34" charset="0"/>
              </a:rPr>
              <a:t>            </a:t>
            </a:r>
            <a:r>
              <a:rPr lang="de-CH" sz="1100" b="1" dirty="0" err="1">
                <a:latin typeface="Aptos Narrow" panose="020B0004020202020204" pitchFamily="34" charset="0"/>
              </a:rPr>
              <a:t>reservations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05186551-0DAF-E89C-F51A-D2397618A0AF}"/>
              </a:ext>
            </a:extLst>
          </p:cNvPr>
          <p:cNvSpPr txBox="1"/>
          <p:nvPr/>
        </p:nvSpPr>
        <p:spPr>
          <a:xfrm>
            <a:off x="468703" y="3998693"/>
            <a:ext cx="15601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Display </a:t>
            </a:r>
            <a:r>
              <a:rPr lang="de-CH" sz="1100" b="1" dirty="0" err="1">
                <a:latin typeface="Aptos Narrow" panose="020B0004020202020204" pitchFamily="34" charset="0"/>
              </a:rPr>
              <a:t>the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layout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7B88919C-4643-9879-27A8-42163EC233BD}"/>
              </a:ext>
            </a:extLst>
          </p:cNvPr>
          <p:cNvSpPr txBox="1"/>
          <p:nvPr/>
        </p:nvSpPr>
        <p:spPr>
          <a:xfrm>
            <a:off x="760420" y="4399867"/>
            <a:ext cx="1560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List </a:t>
            </a:r>
            <a:r>
              <a:rPr lang="de-CH" sz="1100" b="1" dirty="0" err="1">
                <a:latin typeface="Aptos Narrow" panose="020B0004020202020204" pitchFamily="34" charset="0"/>
              </a:rPr>
              <a:t>reservationns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907CBC73-A6E4-59AC-17C0-FF83D33B1839}"/>
              </a:ext>
            </a:extLst>
          </p:cNvPr>
          <p:cNvSpPr txBox="1"/>
          <p:nvPr/>
        </p:nvSpPr>
        <p:spPr>
          <a:xfrm>
            <a:off x="1024478" y="4813910"/>
            <a:ext cx="16140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Print </a:t>
            </a:r>
            <a:r>
              <a:rPr lang="de-CH" sz="1100" b="1" dirty="0" err="1">
                <a:latin typeface="Aptos Narrow" panose="020B0004020202020204" pitchFamily="34" charset="0"/>
              </a:rPr>
              <a:t>reservationns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B27DF9EA-0505-5312-416C-BAA8496DA828}"/>
              </a:ext>
            </a:extLst>
          </p:cNvPr>
          <p:cNvSpPr txBox="1"/>
          <p:nvPr/>
        </p:nvSpPr>
        <p:spPr>
          <a:xfrm>
            <a:off x="0" y="108741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Generated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directories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seating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plan</a:t>
            </a:r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BA5BB010-DA80-B00E-F2B9-8906B1F6CDC9}"/>
              </a:ext>
            </a:extLst>
          </p:cNvPr>
          <p:cNvCxnSpPr>
            <a:cxnSpLocks/>
          </p:cNvCxnSpPr>
          <p:nvPr/>
        </p:nvCxnSpPr>
        <p:spPr>
          <a:xfrm flipV="1">
            <a:off x="5447359" y="4119766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lussdiagramm: Karte 10">
            <a:extLst>
              <a:ext uri="{FF2B5EF4-FFF2-40B4-BE49-F238E27FC236}">
                <a16:creationId xmlns:a16="http://schemas.microsoft.com/office/drawing/2014/main" id="{2377F196-B65A-1F25-0673-E70FF8EAABA0}"/>
              </a:ext>
            </a:extLst>
          </p:cNvPr>
          <p:cNvSpPr/>
          <p:nvPr/>
        </p:nvSpPr>
        <p:spPr>
          <a:xfrm>
            <a:off x="4752813" y="4304081"/>
            <a:ext cx="1374378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EventProgram.xml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176C9103-858D-C0C1-7C77-EAED996D52C4}"/>
              </a:ext>
            </a:extLst>
          </p:cNvPr>
          <p:cNvSpPr txBox="1"/>
          <p:nvPr/>
        </p:nvSpPr>
        <p:spPr>
          <a:xfrm>
            <a:off x="4769790" y="4613336"/>
            <a:ext cx="13527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 err="1">
                <a:latin typeface="Aptos Narrow" panose="020B0004020202020204" pitchFamily="34" charset="0"/>
              </a:rPr>
              <a:t>Defines</a:t>
            </a:r>
            <a:r>
              <a:rPr lang="de-CH" sz="1100" b="1" dirty="0">
                <a:latin typeface="Aptos Narrow" panose="020B0004020202020204" pitchFamily="34" charset="0"/>
              </a:rPr>
              <a:t> all </a:t>
            </a:r>
            <a:r>
              <a:rPr lang="de-CH" sz="1100" b="1" dirty="0" err="1">
                <a:latin typeface="Aptos Narrow" panose="020B0004020202020204" pitchFamily="34" charset="0"/>
              </a:rPr>
              <a:t>events</a:t>
            </a:r>
            <a:endParaRPr lang="de-CH" b="1" dirty="0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11710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261</Words>
  <Application>Microsoft Office PowerPoint</Application>
  <PresentationFormat>Breitbild</PresentationFormat>
  <Paragraphs>87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10" baseType="lpstr">
      <vt:lpstr>Aptos Narrow</vt:lpstr>
      <vt:lpstr>Arial</vt:lpstr>
      <vt:lpstr>Calibri</vt:lpstr>
      <vt:lpstr>Calibri Light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Gunnar Liden</dc:creator>
  <cp:lastModifiedBy>Gunnar Liden</cp:lastModifiedBy>
  <cp:revision>147</cp:revision>
  <cp:lastPrinted>2026-03-01T14:13:04Z</cp:lastPrinted>
  <dcterms:created xsi:type="dcterms:W3CDTF">2020-04-04T07:27:22Z</dcterms:created>
  <dcterms:modified xsi:type="dcterms:W3CDTF">2026-03-01T14:15:12Z</dcterms:modified>
</cp:coreProperties>
</file>