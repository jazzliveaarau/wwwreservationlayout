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66" r:id="rId3"/>
    <p:sldId id="259" r:id="rId4"/>
    <p:sldId id="256" r:id="rId5"/>
    <p:sldId id="261" r:id="rId6"/>
    <p:sldId id="263" r:id="rId7"/>
    <p:sldId id="265" r:id="rId8"/>
  </p:sldIdLst>
  <p:sldSz cx="12192000" cy="6858000"/>
  <p:notesSz cx="6721475" cy="9866313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Gunnar Liden" initials="GL" lastIdx="2" clrIdx="0">
    <p:extLst>
      <p:ext uri="{19B8F6BF-5375-455C-9EA6-DF929625EA0E}">
        <p15:presenceInfo xmlns:p15="http://schemas.microsoft.com/office/powerpoint/2012/main" userId="6f9d43f83691c4e7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00FF"/>
    <a:srgbClr val="FEDAD6"/>
    <a:srgbClr val="FFF4D5"/>
    <a:srgbClr val="99CCFF"/>
    <a:srgbClr val="E2FE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322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954" y="-42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commentAuthors" Target="commentAuthor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Formatvorlage des Untertitelmasters durch Klicken bearbeiten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30.04.2026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6171880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30.04.2026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9256219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30.04.2026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5549650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30.04.2026</a:t>
            </a:fld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669624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30.04.2026</a:t>
            </a:fld>
            <a:endParaRPr lang="de-CH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399290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30.04.2026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659168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30.04.2026</a:t>
            </a:fld>
            <a:endParaRPr lang="de-CH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255861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30.04.2026</a:t>
            </a:fld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925719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30.04.2026</a:t>
            </a:fld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8719732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30.04.2026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675725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30.04.2026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094614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CE6D58-9B57-4731-A47B-3CD41B48F0A9}" type="datetimeFigureOut">
              <a:rPr lang="de-CH" smtClean="0"/>
              <a:t>30.04.2026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10310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55CAF290-5B26-7A7C-CF40-5689D914E4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043" y="235381"/>
            <a:ext cx="5102840" cy="3706273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11E15D6C-86F3-138E-1DC0-EC950323C7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4268" y="235381"/>
            <a:ext cx="5311862" cy="4128801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0092FFF4-DE70-ADC1-5372-690695C797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346" y="3941654"/>
            <a:ext cx="5184234" cy="3735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25155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13681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01235A2A-663A-B1C1-5EA5-8B1C6EBDC8E9}"/>
              </a:ext>
            </a:extLst>
          </p:cNvPr>
          <p:cNvSpPr txBox="1"/>
          <p:nvPr/>
        </p:nvSpPr>
        <p:spPr>
          <a:xfrm>
            <a:off x="0" y="187288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SeasonToEventProgramXml.js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EBBE27A-EE61-4A1F-883F-15F65C4A1A99}"/>
              </a:ext>
            </a:extLst>
          </p:cNvPr>
          <p:cNvSpPr/>
          <p:nvPr/>
        </p:nvSpPr>
        <p:spPr>
          <a:xfrm>
            <a:off x="3588328" y="883479"/>
            <a:ext cx="4665403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SeasonToEventProgramXml</a:t>
            </a:r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XML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program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from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season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XML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program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F47DD69-844E-FFAB-0C4F-14CFB5325223}"/>
              </a:ext>
            </a:extLst>
          </p:cNvPr>
          <p:cNvSpPr/>
          <p:nvPr/>
        </p:nvSpPr>
        <p:spPr>
          <a:xfrm>
            <a:off x="3588328" y="1453948"/>
            <a:ext cx="4665406" cy="491568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start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Check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exitence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of </a:t>
            </a:r>
            <a:r>
              <a:rPr lang="en-US" sz="12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g_new_season_files_data</a:t>
            </a:r>
            <a:r>
              <a:rPr lang="en-US" sz="12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Create season XML object. Call </a:t>
            </a:r>
            <a:r>
              <a:rPr lang="en-US" sz="12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seasonXmlObjec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seasonXmlObject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Create object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SeasonXml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Callback function </a:t>
            </a:r>
            <a:r>
              <a:rPr lang="en-US" sz="12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createEventXmlStartFile</a:t>
            </a:r>
            <a:endParaRPr lang="en-US" sz="12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Set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g_season_to_event_data.m_season_xml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createEventXmlStartFile</a:t>
            </a:r>
            <a:endParaRPr lang="en-US" sz="12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Create start file with tag &lt;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EventProgram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Call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UtilServer.saveDirFile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with callback function </a:t>
            </a:r>
            <a:r>
              <a:rPr lang="en-US" sz="12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eventObjectXml</a:t>
            </a:r>
            <a:endParaRPr lang="en-US" sz="12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eventObjectXml</a:t>
            </a:r>
            <a:endParaRPr lang="en-US" sz="12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Create instance of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EventProgramXml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callback </a:t>
            </a:r>
            <a:r>
              <a:rPr lang="en-US" sz="12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fromSeasonToEvent</a:t>
            </a:r>
            <a:endParaRPr lang="en-US" sz="12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Set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g_season_to_event_data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m_event_xml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fromSeasonToEvent</a:t>
            </a:r>
            <a:endParaRPr lang="en-US" sz="12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Append event XML records with data from season XML records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Call </a:t>
            </a:r>
            <a:r>
              <a:rPr lang="en-US" sz="12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modifyEventStrings</a:t>
            </a:r>
            <a:endParaRPr lang="en-US" sz="12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modifyEventStrings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Shorten band names in interaction with user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Call </a:t>
            </a:r>
            <a:r>
              <a:rPr lang="en-US" sz="12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saveEventXml</a:t>
            </a:r>
            <a:endParaRPr lang="en-US" sz="12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saveEventXml</a:t>
            </a:r>
            <a:endParaRPr lang="en-US" sz="12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Call of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UtilServer.saveCallback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Callback function </a:t>
            </a:r>
            <a:r>
              <a:rPr lang="en-US" sz="12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g_season_to_event_data</a:t>
            </a:r>
            <a:r>
              <a:rPr lang="en-US" sz="12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US" sz="12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m_callback_fctn</a:t>
            </a:r>
            <a:endParaRPr lang="en-US" sz="12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68663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A29A542F-125E-D293-9266-85BB2EED76EB}"/>
              </a:ext>
            </a:extLst>
          </p:cNvPr>
          <p:cNvSpPr txBox="1"/>
          <p:nvPr/>
        </p:nvSpPr>
        <p:spPr>
          <a:xfrm>
            <a:off x="2609260" y="557709"/>
            <a:ext cx="5454085" cy="3847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CH" sz="2800" b="1" dirty="0">
                <a:latin typeface="Arial" panose="020B0604020202020204" pitchFamily="34" charset="0"/>
                <a:cs typeface="Arial" panose="020B0604020202020204" pitchFamily="34" charset="0"/>
              </a:rPr>
              <a:t>EventProgram.xml</a:t>
            </a:r>
          </a:p>
          <a:p>
            <a:endParaRPr lang="de-CH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&lt;</a:t>
            </a:r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event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  &lt;Year&gt;2025&lt;/Year&gt;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&lt;Month&gt;1&lt;/Month&gt;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&lt;Day&gt;11&lt;/Day&gt;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&lt;Place&gt;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Spagi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by Marcello&lt;/Place&gt;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&lt;Street&gt;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Metzgergasse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8&lt;/Street&gt;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&lt;City&gt;5000 Aarau&lt;/City&gt;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&lt;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EventName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&gt;Oliver …&lt;/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EventName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  &lt;Prices&gt;Eintritt: ..&lt;/Prices&gt;</a:t>
            </a:r>
          </a:p>
          <a:p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  &lt;</a:t>
            </a:r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Instructions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&gt;Für </a:t>
            </a:r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Reserv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…&lt;/</a:t>
            </a:r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Instructions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&lt;/</a:t>
            </a:r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event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39985503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17CA3C3D-C39A-BD3C-4464-718D814A96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286" y="776619"/>
            <a:ext cx="10571428" cy="5304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8437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626728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164912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243</Words>
  <Application>Microsoft Office PowerPoint</Application>
  <PresentationFormat>Breitbild</PresentationFormat>
  <Paragraphs>43</Paragraphs>
  <Slides>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Gunnar Liden</dc:creator>
  <cp:lastModifiedBy>Gunnar Liden</cp:lastModifiedBy>
  <cp:revision>166</cp:revision>
  <cp:lastPrinted>2025-06-03T09:11:35Z</cp:lastPrinted>
  <dcterms:created xsi:type="dcterms:W3CDTF">2020-04-04T07:27:22Z</dcterms:created>
  <dcterms:modified xsi:type="dcterms:W3CDTF">2026-04-30T06:38:39Z</dcterms:modified>
</cp:coreProperties>
</file>