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59" r:id="rId4"/>
    <p:sldId id="256" r:id="rId5"/>
    <p:sldId id="261" r:id="rId6"/>
    <p:sldId id="263" r:id="rId7"/>
    <p:sldId id="265" r:id="rId8"/>
  </p:sldIdLst>
  <p:sldSz cx="12192000" cy="6858000"/>
  <p:notesSz cx="6721475" cy="98663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nnar Liden" initials="GL" lastIdx="2" clrIdx="0">
    <p:extLst>
      <p:ext uri="{19B8F6BF-5375-455C-9EA6-DF929625EA0E}">
        <p15:presenceInfo xmlns:p15="http://schemas.microsoft.com/office/powerpoint/2012/main" userId="6f9d43f83691c4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EDAD6"/>
    <a:srgbClr val="FFF4D5"/>
    <a:srgbClr val="99CCFF"/>
    <a:srgbClr val="E2F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22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71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56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496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9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992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1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558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257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197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75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46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6D58-9B57-4731-A47B-3CD41B48F0A9}" type="datetimeFigureOut">
              <a:rPr lang="de-CH" smtClean="0"/>
              <a:t>16.04.2026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031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6CD7539-C69E-A460-D37D-2218C7759F15}"/>
              </a:ext>
            </a:extLst>
          </p:cNvPr>
          <p:cNvSpPr/>
          <p:nvPr/>
        </p:nvSpPr>
        <p:spPr>
          <a:xfrm>
            <a:off x="0" y="142841"/>
            <a:ext cx="6004140" cy="8208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023A741-6C8E-9020-91EC-3F45B0DED0A6}"/>
              </a:ext>
            </a:extLst>
          </p:cNvPr>
          <p:cNvSpPr/>
          <p:nvPr/>
        </p:nvSpPr>
        <p:spPr>
          <a:xfrm>
            <a:off x="0" y="963723"/>
            <a:ext cx="6004140" cy="388249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3F86FA0-4A54-9D1A-FEC2-2BD3F85B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77" y="251998"/>
            <a:ext cx="2485596" cy="30128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CE3F2E0-EE11-CDC1-1E7F-370DCDF8B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657" y="224315"/>
            <a:ext cx="695238" cy="30476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EF91E4C-C01C-6A7A-9B42-A7CF5EA77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228" y="610551"/>
            <a:ext cx="666667" cy="26666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97BBD09-D1C1-334C-F47D-DE129CC0108F}"/>
              </a:ext>
            </a:extLst>
          </p:cNvPr>
          <p:cNvSpPr txBox="1"/>
          <p:nvPr/>
        </p:nvSpPr>
        <p:spPr>
          <a:xfrm>
            <a:off x="1886926" y="507886"/>
            <a:ext cx="248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Programm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533B003-5219-3675-C257-90FAC14D1E24}"/>
              </a:ext>
            </a:extLst>
          </p:cNvPr>
          <p:cNvSpPr txBox="1"/>
          <p:nvPr/>
        </p:nvSpPr>
        <p:spPr>
          <a:xfrm>
            <a:off x="115414" y="1034945"/>
            <a:ext cx="248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1. Server Ordner 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B0CA318-0646-25BE-6438-00CE8B45F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03" y="1380749"/>
            <a:ext cx="2457143" cy="42857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1A0A4E7A-5D3B-AE6A-E433-57AB563FA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412" y="1523606"/>
            <a:ext cx="2438095" cy="285714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DB6957EA-A1D8-B703-874A-75A268165FFB}"/>
              </a:ext>
            </a:extLst>
          </p:cNvPr>
          <p:cNvSpPr txBox="1"/>
          <p:nvPr/>
        </p:nvSpPr>
        <p:spPr>
          <a:xfrm>
            <a:off x="3372019" y="1307738"/>
            <a:ext cx="2506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Ordner für das Event Programm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B5F6AD4-4FB6-8E8B-C33E-0302B59A9406}"/>
              </a:ext>
            </a:extLst>
          </p:cNvPr>
          <p:cNvCxnSpPr>
            <a:cxnSpLocks/>
          </p:cNvCxnSpPr>
          <p:nvPr/>
        </p:nvCxnSpPr>
        <p:spPr>
          <a:xfrm>
            <a:off x="-1" y="1964185"/>
            <a:ext cx="6004141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1E1676B4-E272-5411-40EF-03A75E246D4F}"/>
              </a:ext>
            </a:extLst>
          </p:cNvPr>
          <p:cNvSpPr txBox="1"/>
          <p:nvPr/>
        </p:nvSpPr>
        <p:spPr>
          <a:xfrm>
            <a:off x="83141" y="2004102"/>
            <a:ext cx="400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Start XML Datei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5E5BB7F-7FC3-83A8-B244-8E794E77252C}"/>
              </a:ext>
            </a:extLst>
          </p:cNvPr>
          <p:cNvSpPr/>
          <p:nvPr/>
        </p:nvSpPr>
        <p:spPr>
          <a:xfrm>
            <a:off x="812991" y="2413350"/>
            <a:ext cx="2189155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161A654-92EB-C99C-EAB0-EE038D4697B6}"/>
              </a:ext>
            </a:extLst>
          </p:cNvPr>
          <p:cNvSpPr txBox="1"/>
          <p:nvPr/>
        </p:nvSpPr>
        <p:spPr>
          <a:xfrm>
            <a:off x="115414" y="2363467"/>
            <a:ext cx="73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538CC07-8227-3A82-C808-63CDDBFC6355}"/>
              </a:ext>
            </a:extLst>
          </p:cNvPr>
          <p:cNvSpPr txBox="1"/>
          <p:nvPr/>
        </p:nvSpPr>
        <p:spPr>
          <a:xfrm>
            <a:off x="812991" y="2404110"/>
            <a:ext cx="1980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EventProgram.xml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D23A5A1-5E6B-08EC-9D73-DF3BAA0F561A}"/>
              </a:ext>
            </a:extLst>
          </p:cNvPr>
          <p:cNvSpPr/>
          <p:nvPr/>
        </p:nvSpPr>
        <p:spPr>
          <a:xfrm>
            <a:off x="3090448" y="2413350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Upload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B095F80-A35A-D5EB-8EE3-B25E3DCEA757}"/>
              </a:ext>
            </a:extLst>
          </p:cNvPr>
          <p:cNvSpPr/>
          <p:nvPr/>
        </p:nvSpPr>
        <p:spPr>
          <a:xfrm>
            <a:off x="4585001" y="2403484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8170A12-E6D0-96CC-2E75-77E28C4006C6}"/>
              </a:ext>
            </a:extLst>
          </p:cNvPr>
          <p:cNvCxnSpPr>
            <a:cxnSpLocks/>
          </p:cNvCxnSpPr>
          <p:nvPr/>
        </p:nvCxnSpPr>
        <p:spPr>
          <a:xfrm>
            <a:off x="-1" y="3357351"/>
            <a:ext cx="6004141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40016B5F-2F4F-8108-5974-6F5277EEF65E}"/>
              </a:ext>
            </a:extLst>
          </p:cNvPr>
          <p:cNvSpPr txBox="1"/>
          <p:nvPr/>
        </p:nvSpPr>
        <p:spPr>
          <a:xfrm>
            <a:off x="32876" y="3397368"/>
            <a:ext cx="400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3. Event wählen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E517F27-D5AF-C108-1A07-673720DC53DD}"/>
              </a:ext>
            </a:extLst>
          </p:cNvPr>
          <p:cNvSpPr/>
          <p:nvPr/>
        </p:nvSpPr>
        <p:spPr>
          <a:xfrm>
            <a:off x="258703" y="3806716"/>
            <a:ext cx="5463192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94B46DE3-1385-45D5-7AA9-0C12807AA1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294" y="3838955"/>
            <a:ext cx="340826" cy="288390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2FE4F9C8-4A67-91F9-7B92-87E36821512B}"/>
              </a:ext>
            </a:extLst>
          </p:cNvPr>
          <p:cNvSpPr txBox="1"/>
          <p:nvPr/>
        </p:nvSpPr>
        <p:spPr>
          <a:xfrm>
            <a:off x="258703" y="3788036"/>
            <a:ext cx="2674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Datum Name des Events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9086372-473C-49E0-2C02-D1D9CD4E3347}"/>
              </a:ext>
            </a:extLst>
          </p:cNvPr>
          <p:cNvSpPr/>
          <p:nvPr/>
        </p:nvSpPr>
        <p:spPr>
          <a:xfrm>
            <a:off x="254261" y="4216064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Löschen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24FB858-779A-85F7-A04D-06EDE822CAB0}"/>
              </a:ext>
            </a:extLst>
          </p:cNvPr>
          <p:cNvSpPr/>
          <p:nvPr/>
        </p:nvSpPr>
        <p:spPr>
          <a:xfrm>
            <a:off x="4369186" y="4256080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Editieren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FE6A301-FE5A-8EBC-3E91-7A8C42264115}"/>
              </a:ext>
            </a:extLst>
          </p:cNvPr>
          <p:cNvSpPr/>
          <p:nvPr/>
        </p:nvSpPr>
        <p:spPr>
          <a:xfrm>
            <a:off x="6050140" y="963723"/>
            <a:ext cx="6004140" cy="388249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12F7B63-8966-F401-8DD1-6A76F0674C5B}"/>
              </a:ext>
            </a:extLst>
          </p:cNvPr>
          <p:cNvSpPr txBox="1"/>
          <p:nvPr/>
        </p:nvSpPr>
        <p:spPr>
          <a:xfrm>
            <a:off x="6119554" y="1076905"/>
            <a:ext cx="2256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4. Event editieren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20D400F-FDC4-B874-5171-0439940D34D4}"/>
              </a:ext>
            </a:extLst>
          </p:cNvPr>
          <p:cNvSpPr/>
          <p:nvPr/>
        </p:nvSpPr>
        <p:spPr>
          <a:xfrm>
            <a:off x="6408768" y="1786079"/>
            <a:ext cx="1822380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Datum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75B7A707-F9D2-7EE9-36C3-B747FCD5E4A9}"/>
              </a:ext>
            </a:extLst>
          </p:cNvPr>
          <p:cNvSpPr/>
          <p:nvPr/>
        </p:nvSpPr>
        <p:spPr>
          <a:xfrm>
            <a:off x="8375591" y="1809320"/>
            <a:ext cx="1122243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Start-Zeit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10C1C36E-9B5E-79ED-A624-37EE22D9F075}"/>
              </a:ext>
            </a:extLst>
          </p:cNvPr>
          <p:cNvSpPr/>
          <p:nvPr/>
        </p:nvSpPr>
        <p:spPr>
          <a:xfrm>
            <a:off x="9642277" y="1819536"/>
            <a:ext cx="1122243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End-Zeit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934BA0C2-63C6-D2D3-D041-F922E0F5378B}"/>
              </a:ext>
            </a:extLst>
          </p:cNvPr>
          <p:cNvSpPr/>
          <p:nvPr/>
        </p:nvSpPr>
        <p:spPr>
          <a:xfrm>
            <a:off x="6391514" y="1414770"/>
            <a:ext cx="2686900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Veranstalter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A34D31D-2691-5781-D4E5-9B04A399AB97}"/>
              </a:ext>
            </a:extLst>
          </p:cNvPr>
          <p:cNvSpPr/>
          <p:nvPr/>
        </p:nvSpPr>
        <p:spPr>
          <a:xfrm>
            <a:off x="9191825" y="1414770"/>
            <a:ext cx="2686900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Lokal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E75A81CB-2E5B-0804-A1F6-770FA87A8D3F}"/>
              </a:ext>
            </a:extLst>
          </p:cNvPr>
          <p:cNvSpPr/>
          <p:nvPr/>
        </p:nvSpPr>
        <p:spPr>
          <a:xfrm>
            <a:off x="6408767" y="2172525"/>
            <a:ext cx="5469957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des Events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ACF744A-9AF7-8DEA-BFFA-9C0E9DCD3B8B}"/>
              </a:ext>
            </a:extLst>
          </p:cNvPr>
          <p:cNvSpPr/>
          <p:nvPr/>
        </p:nvSpPr>
        <p:spPr>
          <a:xfrm>
            <a:off x="6391515" y="2613831"/>
            <a:ext cx="1118000" cy="25737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Preise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2C02477B-0C8A-93FF-4E57-A8A35406DDC9}"/>
              </a:ext>
            </a:extLst>
          </p:cNvPr>
          <p:cNvSpPr/>
          <p:nvPr/>
        </p:nvSpPr>
        <p:spPr>
          <a:xfrm>
            <a:off x="7587749" y="2617344"/>
            <a:ext cx="1403677" cy="2892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Instruktionen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CCF8E58B-5D93-F1FE-4478-62CCD5242A36}"/>
              </a:ext>
            </a:extLst>
          </p:cNvPr>
          <p:cNvSpPr/>
          <p:nvPr/>
        </p:nvSpPr>
        <p:spPr>
          <a:xfrm>
            <a:off x="9049893" y="2602059"/>
            <a:ext cx="1403677" cy="32822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Adresse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3184267-A7E6-AA3F-DA8D-5257E8090620}"/>
              </a:ext>
            </a:extLst>
          </p:cNvPr>
          <p:cNvSpPr/>
          <p:nvPr/>
        </p:nvSpPr>
        <p:spPr>
          <a:xfrm>
            <a:off x="6391514" y="3305657"/>
            <a:ext cx="1739609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Absender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4C0C2847-28DD-3DEB-0B4D-BF69001C0A60}"/>
              </a:ext>
            </a:extLst>
          </p:cNvPr>
          <p:cNvSpPr/>
          <p:nvPr/>
        </p:nvSpPr>
        <p:spPr>
          <a:xfrm>
            <a:off x="6391513" y="3665006"/>
            <a:ext cx="1739609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Betreff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813B607C-CBF1-3900-E4AE-E90E4373EA16}"/>
              </a:ext>
            </a:extLst>
          </p:cNvPr>
          <p:cNvSpPr/>
          <p:nvPr/>
        </p:nvSpPr>
        <p:spPr>
          <a:xfrm>
            <a:off x="8289587" y="3675224"/>
            <a:ext cx="1643138" cy="2892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Inhalt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3FC18E43-162B-2418-FD06-3AADD2E548DA}"/>
              </a:ext>
            </a:extLst>
          </p:cNvPr>
          <p:cNvSpPr/>
          <p:nvPr/>
        </p:nvSpPr>
        <p:spPr>
          <a:xfrm>
            <a:off x="10503597" y="2613831"/>
            <a:ext cx="1487582" cy="33574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Beschreibung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775382C2-78CD-883E-7C44-8913F55C9051}"/>
              </a:ext>
            </a:extLst>
          </p:cNvPr>
          <p:cNvSpPr/>
          <p:nvPr/>
        </p:nvSpPr>
        <p:spPr>
          <a:xfrm>
            <a:off x="10214999" y="3302559"/>
            <a:ext cx="1663725" cy="32822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Zahlungsmittel</a:t>
            </a:r>
          </a:p>
        </p:txBody>
      </p:sp>
      <p:sp>
        <p:nvSpPr>
          <p:cNvPr id="1024" name="Rechteck 1023">
            <a:extLst>
              <a:ext uri="{FF2B5EF4-FFF2-40B4-BE49-F238E27FC236}">
                <a16:creationId xmlns:a16="http://schemas.microsoft.com/office/drawing/2014/main" id="{91A21D44-218C-B647-24FE-ABFF6F9554F6}"/>
              </a:ext>
            </a:extLst>
          </p:cNvPr>
          <p:cNvSpPr/>
          <p:nvPr/>
        </p:nvSpPr>
        <p:spPr>
          <a:xfrm>
            <a:off x="6349055" y="4004338"/>
            <a:ext cx="1739609" cy="2892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abgesagt</a:t>
            </a:r>
          </a:p>
        </p:txBody>
      </p:sp>
      <p:sp>
        <p:nvSpPr>
          <p:cNvPr id="1025" name="Rechteck 1024">
            <a:extLst>
              <a:ext uri="{FF2B5EF4-FFF2-40B4-BE49-F238E27FC236}">
                <a16:creationId xmlns:a16="http://schemas.microsoft.com/office/drawing/2014/main" id="{1E5E5C3B-50BB-9320-40F9-5BE85B58AA31}"/>
              </a:ext>
            </a:extLst>
          </p:cNvPr>
          <p:cNvSpPr/>
          <p:nvPr/>
        </p:nvSpPr>
        <p:spPr>
          <a:xfrm>
            <a:off x="7956171" y="4028213"/>
            <a:ext cx="360349" cy="2892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Rechteck 1026">
            <a:extLst>
              <a:ext uri="{FF2B5EF4-FFF2-40B4-BE49-F238E27FC236}">
                <a16:creationId xmlns:a16="http://schemas.microsoft.com/office/drawing/2014/main" id="{E69695F3-82D3-BB18-56DE-0E1FEF4C10D1}"/>
              </a:ext>
            </a:extLst>
          </p:cNvPr>
          <p:cNvSpPr/>
          <p:nvPr/>
        </p:nvSpPr>
        <p:spPr>
          <a:xfrm>
            <a:off x="8484110" y="4028213"/>
            <a:ext cx="3394613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Grund</a:t>
            </a:r>
          </a:p>
        </p:txBody>
      </p:sp>
      <p:sp>
        <p:nvSpPr>
          <p:cNvPr id="1028" name="Rechteck 1027">
            <a:extLst>
              <a:ext uri="{FF2B5EF4-FFF2-40B4-BE49-F238E27FC236}">
                <a16:creationId xmlns:a16="http://schemas.microsoft.com/office/drawing/2014/main" id="{D7673D6D-AC84-B99A-9949-25CAB67F8ECE}"/>
              </a:ext>
            </a:extLst>
          </p:cNvPr>
          <p:cNvSpPr/>
          <p:nvPr/>
        </p:nvSpPr>
        <p:spPr>
          <a:xfrm>
            <a:off x="10649521" y="4473931"/>
            <a:ext cx="1341658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Speichern</a:t>
            </a:r>
          </a:p>
        </p:txBody>
      </p:sp>
      <p:sp>
        <p:nvSpPr>
          <p:cNvPr id="1029" name="Rechteck 1028">
            <a:extLst>
              <a:ext uri="{FF2B5EF4-FFF2-40B4-BE49-F238E27FC236}">
                <a16:creationId xmlns:a16="http://schemas.microsoft.com/office/drawing/2014/main" id="{FBD295C6-32F7-B1DC-8D3C-FF1673AEB748}"/>
              </a:ext>
            </a:extLst>
          </p:cNvPr>
          <p:cNvSpPr/>
          <p:nvPr/>
        </p:nvSpPr>
        <p:spPr>
          <a:xfrm>
            <a:off x="8484111" y="4473931"/>
            <a:ext cx="1507999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Abbrechen</a:t>
            </a:r>
          </a:p>
        </p:txBody>
      </p:sp>
      <p:sp>
        <p:nvSpPr>
          <p:cNvPr id="1030" name="Rechteck 1029">
            <a:extLst>
              <a:ext uri="{FF2B5EF4-FFF2-40B4-BE49-F238E27FC236}">
                <a16:creationId xmlns:a16="http://schemas.microsoft.com/office/drawing/2014/main" id="{4C7C1E8E-D81A-AC53-E97D-39B7F535C0BC}"/>
              </a:ext>
            </a:extLst>
          </p:cNvPr>
          <p:cNvSpPr/>
          <p:nvPr/>
        </p:nvSpPr>
        <p:spPr>
          <a:xfrm>
            <a:off x="8303256" y="3322636"/>
            <a:ext cx="1629469" cy="2892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Titel</a:t>
            </a:r>
          </a:p>
        </p:txBody>
      </p:sp>
    </p:spTree>
    <p:extLst>
      <p:ext uri="{BB962C8B-B14F-4D97-AF65-F5344CB8AC3E}">
        <p14:creationId xmlns:p14="http://schemas.microsoft.com/office/powerpoint/2010/main" val="258251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4B8FEE-19F2-9552-B031-8901C0EA71FE}"/>
              </a:ext>
            </a:extLst>
          </p:cNvPr>
          <p:cNvSpPr/>
          <p:nvPr/>
        </p:nvSpPr>
        <p:spPr>
          <a:xfrm>
            <a:off x="3640427" y="856146"/>
            <a:ext cx="6004140" cy="388249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8BADA7-12C0-52CA-D6CB-59B5F9C96230}"/>
              </a:ext>
            </a:extLst>
          </p:cNvPr>
          <p:cNvSpPr txBox="1"/>
          <p:nvPr/>
        </p:nvSpPr>
        <p:spPr>
          <a:xfrm>
            <a:off x="3709841" y="969328"/>
            <a:ext cx="467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5. Text eingeben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3499332-D0B5-6908-99E1-85DEA2840D2C}"/>
              </a:ext>
            </a:extLst>
          </p:cNvPr>
          <p:cNvSpPr/>
          <p:nvPr/>
        </p:nvSpPr>
        <p:spPr>
          <a:xfrm>
            <a:off x="3831194" y="1451842"/>
            <a:ext cx="5689324" cy="276698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……</a:t>
            </a: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65A0F7-A6E6-7FD4-5889-29C2C2B33D82}"/>
              </a:ext>
            </a:extLst>
          </p:cNvPr>
          <p:cNvSpPr/>
          <p:nvPr/>
        </p:nvSpPr>
        <p:spPr>
          <a:xfrm>
            <a:off x="7853082" y="4334081"/>
            <a:ext cx="1599292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Übernehmen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F885B06-3C00-CE0D-2B8C-7E5767F43616}"/>
              </a:ext>
            </a:extLst>
          </p:cNvPr>
          <p:cNvSpPr/>
          <p:nvPr/>
        </p:nvSpPr>
        <p:spPr>
          <a:xfrm>
            <a:off x="5945306" y="4334081"/>
            <a:ext cx="1507999" cy="289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Abbrechen</a:t>
            </a:r>
          </a:p>
        </p:txBody>
      </p:sp>
    </p:spTree>
    <p:extLst>
      <p:ext uri="{BB962C8B-B14F-4D97-AF65-F5344CB8AC3E}">
        <p14:creationId xmlns:p14="http://schemas.microsoft.com/office/powerpoint/2010/main" val="98136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01235A2A-663A-B1C1-5EA5-8B1C6EBDC8E9}"/>
              </a:ext>
            </a:extLst>
          </p:cNvPr>
          <p:cNvSpPr txBox="1"/>
          <p:nvPr/>
        </p:nvSpPr>
        <p:spPr>
          <a:xfrm>
            <a:off x="0" y="18728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SeasonToEventProgramXml.js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EBBE27A-EE61-4A1F-883F-15F65C4A1A99}"/>
              </a:ext>
            </a:extLst>
          </p:cNvPr>
          <p:cNvSpPr/>
          <p:nvPr/>
        </p:nvSpPr>
        <p:spPr>
          <a:xfrm>
            <a:off x="3588328" y="883479"/>
            <a:ext cx="4665403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SeasonToEventProgramXml</a:t>
            </a:r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F47DD69-844E-FFAB-0C4F-14CFB5325223}"/>
              </a:ext>
            </a:extLst>
          </p:cNvPr>
          <p:cNvSpPr/>
          <p:nvPr/>
        </p:nvSpPr>
        <p:spPr>
          <a:xfrm>
            <a:off x="3588328" y="1453948"/>
            <a:ext cx="4665406" cy="49156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Check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exitence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g_new_season_files_data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Create season XML object. Call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seasonXmlObjec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seasonXmlObject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Create object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Callback function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createEventXmlStartFile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Set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g_season_to_event_data.m_season_xml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createEventXmlStartFile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Create start file with tag &lt;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Call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UtilServer.saveDirFile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callback function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eventObjectXml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eventObjectXml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Create instance of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callback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fromSeasonToEvent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Set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g_season_to_event_data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m_event_xml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fromSeasonToEvent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Append event XML records with data from season XML records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Call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modifyEventStrings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modifyEventStrings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Shorten band names in interaction with user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Call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saveEventXml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saveEventXml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Call of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UtilServer.saveCallback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Callback function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g_season_to_event_data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m_callback_fctn</a:t>
            </a:r>
            <a:endParaRPr lang="en-US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6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29A542F-125E-D293-9266-85BB2EED76EB}"/>
              </a:ext>
            </a:extLst>
          </p:cNvPr>
          <p:cNvSpPr txBox="1"/>
          <p:nvPr/>
        </p:nvSpPr>
        <p:spPr>
          <a:xfrm>
            <a:off x="2609260" y="557709"/>
            <a:ext cx="545408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800" b="1" dirty="0">
                <a:latin typeface="Arial" panose="020B0604020202020204" pitchFamily="34" charset="0"/>
                <a:cs typeface="Arial" panose="020B0604020202020204" pitchFamily="34" charset="0"/>
              </a:rPr>
              <a:t>EventProgram.xml</a:t>
            </a:r>
          </a:p>
          <a:p>
            <a:endParaRPr lang="de-CH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  &lt;Year&gt;2025&lt;/Year&gt;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&lt;Month&gt;1&lt;/Month&gt;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&lt;Day&gt;11&lt;/Day&gt;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&lt;Place&gt;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Spagi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by Marcello&lt;/Place&gt;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&lt;Street&gt;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Metzgergasse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8&lt;/Street&gt;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&lt;City&gt;5000 Aarau&lt;/City&gt;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&lt;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EventName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&gt;Oliver …&lt;/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EventName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  &lt;Prices&gt;Eintritt: ..&lt;/Prices&gt;</a:t>
            </a: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  &lt;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&gt;Für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Reserv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…&lt;/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98550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7CA3C3D-C39A-BD3C-4464-718D814A9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86" y="776619"/>
            <a:ext cx="10571428" cy="5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3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67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491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Breitbild</PresentationFormat>
  <Paragraphs>84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Gunnar Liden</dc:creator>
  <cp:lastModifiedBy>Gunnar Liden</cp:lastModifiedBy>
  <cp:revision>165</cp:revision>
  <cp:lastPrinted>2025-06-03T09:11:35Z</cp:lastPrinted>
  <dcterms:created xsi:type="dcterms:W3CDTF">2020-04-04T07:27:22Z</dcterms:created>
  <dcterms:modified xsi:type="dcterms:W3CDTF">2026-04-16T17:19:30Z</dcterms:modified>
</cp:coreProperties>
</file>