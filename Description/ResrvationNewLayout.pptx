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70" r:id="rId3"/>
    <p:sldId id="263" r:id="rId4"/>
    <p:sldId id="267" r:id="rId5"/>
    <p:sldId id="258" r:id="rId6"/>
    <p:sldId id="268" r:id="rId7"/>
    <p:sldId id="269" r:id="rId8"/>
    <p:sldId id="266" r:id="rId9"/>
    <p:sldId id="257" r:id="rId10"/>
    <p:sldId id="264" r:id="rId11"/>
    <p:sldId id="261" r:id="rId12"/>
    <p:sldId id="265" r:id="rId13"/>
    <p:sldId id="271" r:id="rId14"/>
    <p:sldId id="272" r:id="rId15"/>
  </p:sldIdLst>
  <p:sldSz cx="12192000" cy="6858000"/>
  <p:notesSz cx="6661150" cy="98663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nnar Liden" initials="GL" lastIdx="2" clrIdx="0">
    <p:extLst>
      <p:ext uri="{19B8F6BF-5375-455C-9EA6-DF929625EA0E}">
        <p15:presenceInfo xmlns:p15="http://schemas.microsoft.com/office/powerpoint/2012/main" userId="6f9d43f83691c4e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FF"/>
    <a:srgbClr val="FEDAD6"/>
    <a:srgbClr val="FFF4D5"/>
    <a:srgbClr val="99CCFF"/>
    <a:srgbClr val="E2FE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22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95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13.05.2026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17188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13.05.2026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25621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13.05.2026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54965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13.05.2026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6962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13.05.2026</a:t>
            </a:fld>
            <a:endParaRPr lang="de-CH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39929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13.05.2026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5916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13.05.2026</a:t>
            </a:fld>
            <a:endParaRPr lang="de-CH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25586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13.05.2026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92571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13.05.2026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71973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13.05.2026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67572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6D58-9B57-4731-A47B-3CD41B48F0A9}" type="datetimeFigureOut">
              <a:rPr lang="de-CH" smtClean="0"/>
              <a:t>13.05.2026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09461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6D58-9B57-4731-A47B-3CD41B48F0A9}" type="datetimeFigureOut">
              <a:rPr lang="de-CH" smtClean="0"/>
              <a:t>13.05.2026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EFE80-F45E-4133-8D7C-01AE940406E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10310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F326C67-4A02-6544-26E3-4BB0D396869E}"/>
              </a:ext>
            </a:extLst>
          </p:cNvPr>
          <p:cNvSpPr txBox="1"/>
          <p:nvPr/>
        </p:nvSpPr>
        <p:spPr>
          <a:xfrm>
            <a:off x="2591830" y="343635"/>
            <a:ext cx="1794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2400" b="1" dirty="0">
                <a:latin typeface="Arial Black" panose="020B0A04020102020204" pitchFamily="34" charset="0"/>
              </a:rPr>
              <a:t>Intranet</a:t>
            </a:r>
          </a:p>
        </p:txBody>
      </p:sp>
      <p:pic>
        <p:nvPicPr>
          <p:cNvPr id="6" name="Picture 2" descr="Tischplan generieren">
            <a:extLst>
              <a:ext uri="{FF2B5EF4-FFF2-40B4-BE49-F238E27FC236}">
                <a16:creationId xmlns:a16="http://schemas.microsoft.com/office/drawing/2014/main" id="{D9352F52-8152-9FEB-8B35-1BBE4DFFD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8415" y="805300"/>
            <a:ext cx="1451034" cy="108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480CCF0E-2FDE-7E06-5542-D3E439FE72AD}"/>
              </a:ext>
            </a:extLst>
          </p:cNvPr>
          <p:cNvSpPr/>
          <p:nvPr/>
        </p:nvSpPr>
        <p:spPr>
          <a:xfrm>
            <a:off x="5108436" y="1204609"/>
            <a:ext cx="623944" cy="365760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DE1E6BDE-0D3B-2B1B-A574-DFE72FA02B2A}"/>
              </a:ext>
            </a:extLst>
          </p:cNvPr>
          <p:cNvSpPr/>
          <p:nvPr/>
        </p:nvSpPr>
        <p:spPr>
          <a:xfrm>
            <a:off x="1433950" y="3772937"/>
            <a:ext cx="623944" cy="365760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4222F74F-8BB1-23C9-C225-4B7D8D550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916" y="2783806"/>
            <a:ext cx="2263669" cy="2144109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CED8465B-4685-75F9-40F6-8E1FDD0D6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673" y="3068935"/>
            <a:ext cx="2154103" cy="1697852"/>
          </a:xfrm>
          <a:prstGeom prst="rect">
            <a:avLst/>
          </a:prstGeom>
        </p:spPr>
      </p:pic>
      <p:sp>
        <p:nvSpPr>
          <p:cNvPr id="27" name="Pfeil: nach rechts 26">
            <a:extLst>
              <a:ext uri="{FF2B5EF4-FFF2-40B4-BE49-F238E27FC236}">
                <a16:creationId xmlns:a16="http://schemas.microsoft.com/office/drawing/2014/main" id="{70486B96-89EB-ABE2-394C-7065D1E6F563}"/>
              </a:ext>
            </a:extLst>
          </p:cNvPr>
          <p:cNvSpPr/>
          <p:nvPr/>
        </p:nvSpPr>
        <p:spPr>
          <a:xfrm>
            <a:off x="5108436" y="3772937"/>
            <a:ext cx="623944" cy="365760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7FD86A1-E985-C066-2FEA-B4B779C500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673" y="5036500"/>
            <a:ext cx="2209848" cy="1741790"/>
          </a:xfrm>
          <a:prstGeom prst="rect">
            <a:avLst/>
          </a:prstGeom>
        </p:spPr>
      </p:pic>
      <p:sp>
        <p:nvSpPr>
          <p:cNvPr id="32" name="Pfeil: nach rechts 31">
            <a:extLst>
              <a:ext uri="{FF2B5EF4-FFF2-40B4-BE49-F238E27FC236}">
                <a16:creationId xmlns:a16="http://schemas.microsoft.com/office/drawing/2014/main" id="{508059D0-DBD9-CD0F-458A-0290073AFF3C}"/>
              </a:ext>
            </a:extLst>
          </p:cNvPr>
          <p:cNvSpPr/>
          <p:nvPr/>
        </p:nvSpPr>
        <p:spPr>
          <a:xfrm>
            <a:off x="1475763" y="5724515"/>
            <a:ext cx="623944" cy="365760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5" name="Pfeil: nach rechts 34">
            <a:extLst>
              <a:ext uri="{FF2B5EF4-FFF2-40B4-BE49-F238E27FC236}">
                <a16:creationId xmlns:a16="http://schemas.microsoft.com/office/drawing/2014/main" id="{E3622591-324C-8565-8509-79D0977A44A3}"/>
              </a:ext>
            </a:extLst>
          </p:cNvPr>
          <p:cNvSpPr/>
          <p:nvPr/>
        </p:nvSpPr>
        <p:spPr>
          <a:xfrm>
            <a:off x="5185524" y="5641974"/>
            <a:ext cx="623944" cy="365760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37" name="Grafik 36">
            <a:extLst>
              <a:ext uri="{FF2B5EF4-FFF2-40B4-BE49-F238E27FC236}">
                <a16:creationId xmlns:a16="http://schemas.microsoft.com/office/drawing/2014/main" id="{47F77300-43CE-FA5B-A117-F828858A05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5531" y="5092718"/>
            <a:ext cx="892078" cy="1701990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2AFCC7E1-DC5E-D9CF-D417-6494C4C5C8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4454" y="5247473"/>
            <a:ext cx="1141481" cy="152052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FB7A527-BBCE-7268-D0E7-ED24CA079D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6894" y="344238"/>
            <a:ext cx="2084960" cy="2430057"/>
          </a:xfrm>
          <a:prstGeom prst="rect">
            <a:avLst/>
          </a:prstGeom>
        </p:spPr>
      </p:pic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0D71785A-E476-C521-3A2A-84F41E20CD40}"/>
              </a:ext>
            </a:extLst>
          </p:cNvPr>
          <p:cNvSpPr/>
          <p:nvPr/>
        </p:nvSpPr>
        <p:spPr>
          <a:xfrm>
            <a:off x="1433950" y="2431114"/>
            <a:ext cx="623944" cy="365760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4" name="Pfeil: nach rechts 13">
            <a:extLst>
              <a:ext uri="{FF2B5EF4-FFF2-40B4-BE49-F238E27FC236}">
                <a16:creationId xmlns:a16="http://schemas.microsoft.com/office/drawing/2014/main" id="{6441599B-1695-B7BB-1063-A2324A3D8DB5}"/>
              </a:ext>
            </a:extLst>
          </p:cNvPr>
          <p:cNvSpPr/>
          <p:nvPr/>
        </p:nvSpPr>
        <p:spPr>
          <a:xfrm>
            <a:off x="5122056" y="2378842"/>
            <a:ext cx="623944" cy="365760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BD17F727-2BB5-1967-B3CF-413D6D9A8D0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74834" y="1979047"/>
            <a:ext cx="2537683" cy="103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51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794E2AAD-36AE-7F88-6286-6BFE4B8AFE59}"/>
              </a:ext>
            </a:extLst>
          </p:cNvPr>
          <p:cNvCxnSpPr>
            <a:cxnSpLocks/>
          </p:cNvCxnSpPr>
          <p:nvPr/>
        </p:nvCxnSpPr>
        <p:spPr>
          <a:xfrm>
            <a:off x="2708213" y="1363179"/>
            <a:ext cx="24221" cy="322274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60BF787A-B7BE-65B5-D956-C7B38D6D3618}"/>
              </a:ext>
            </a:extLst>
          </p:cNvPr>
          <p:cNvSpPr/>
          <p:nvPr/>
        </p:nvSpPr>
        <p:spPr>
          <a:xfrm>
            <a:off x="940002" y="1327346"/>
            <a:ext cx="3584865" cy="4097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object </a:t>
            </a:r>
            <a:r>
              <a:rPr lang="en-US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UtilCopyArrayData</a:t>
            </a:r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that holds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data for the copying process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437B7B3-6CF0-92E0-F40E-DA8B112BAFF4}"/>
              </a:ext>
            </a:extLst>
          </p:cNvPr>
          <p:cNvSpPr/>
          <p:nvPr/>
        </p:nvSpPr>
        <p:spPr>
          <a:xfrm>
            <a:off x="951578" y="2010869"/>
            <a:ext cx="3569187" cy="4334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origin and target directories for the coping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 </a:t>
            </a:r>
            <a:r>
              <a:rPr lang="en-US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UtilCopyArrayData</a:t>
            </a:r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member functions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84B93A8-3433-BD10-C6E1-F33CC208F354}"/>
              </a:ext>
            </a:extLst>
          </p:cNvPr>
          <p:cNvSpPr/>
          <p:nvPr/>
        </p:nvSpPr>
        <p:spPr>
          <a:xfrm>
            <a:off x="952895" y="2724780"/>
            <a:ext cx="3584865" cy="49954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absolute target </a:t>
            </a:r>
            <a:r>
              <a:rPr lang="en-US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directotory</a:t>
            </a:r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URLs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 </a:t>
            </a:r>
            <a:r>
              <a:rPr lang="en-US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UtilCopyArrayData</a:t>
            </a:r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setAbsoluteTargetDirArray</a:t>
            </a:r>
            <a:endParaRPr lang="en-US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7E0E76A-A185-3DCA-BAA0-9C8A2D867E43}"/>
              </a:ext>
            </a:extLst>
          </p:cNvPr>
          <p:cNvSpPr/>
          <p:nvPr/>
        </p:nvSpPr>
        <p:spPr>
          <a:xfrm>
            <a:off x="985057" y="3474099"/>
            <a:ext cx="3584865" cy="72199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origin, target and delete origin (bool) arrays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 </a:t>
            </a:r>
            <a:r>
              <a:rPr lang="en-US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UtilCopyArrayData</a:t>
            </a:r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setOriginFileUrlArray</a:t>
            </a:r>
            <a:endParaRPr lang="en-US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 </a:t>
            </a:r>
            <a:r>
              <a:rPr lang="en-US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UtilCopyArrayData</a:t>
            </a:r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setTargetFileUrlArray</a:t>
            </a:r>
            <a:endParaRPr lang="en-US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 </a:t>
            </a:r>
            <a:r>
              <a:rPr lang="en-US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UtilCopyArrayData</a:t>
            </a:r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setBoolDeleteOriginFileArrayToFalse</a:t>
            </a:r>
            <a:endParaRPr lang="en-US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5318F09-329A-3DBF-BC33-D4C9250EA743}"/>
              </a:ext>
            </a:extLst>
          </p:cNvPr>
          <p:cNvSpPr/>
          <p:nvPr/>
        </p:nvSpPr>
        <p:spPr>
          <a:xfrm>
            <a:off x="985056" y="4446082"/>
            <a:ext cx="3584865" cy="49954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 files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 of </a:t>
            </a:r>
            <a:r>
              <a:rPr lang="en-US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UtilCopyArray.copyFilesCreateDirs</a:t>
            </a:r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285D0CAE-646A-FEA6-2119-C0EF5AEF54E2}"/>
              </a:ext>
            </a:extLst>
          </p:cNvPr>
          <p:cNvSpPr/>
          <p:nvPr/>
        </p:nvSpPr>
        <p:spPr>
          <a:xfrm>
            <a:off x="5014222" y="1361037"/>
            <a:ext cx="2459398" cy="4097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UtilCopyArrayData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9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Holds data for the copying process</a:t>
            </a: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A4E27CD6-BF3D-0B1A-9BB9-5EF1C95C84CC}"/>
              </a:ext>
            </a:extLst>
          </p:cNvPr>
          <p:cNvSpPr/>
          <p:nvPr/>
        </p:nvSpPr>
        <p:spPr>
          <a:xfrm>
            <a:off x="5014222" y="1773982"/>
            <a:ext cx="2459398" cy="18943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setAbsoluteOriginDirUrl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setAbsoluteTargetDirUrl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setAbsoluteTargetPhpDirUrl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setAbsoluteOriginScriptsDirUrl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setAbsoluteTargetScriptsDirUrl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setAbsoluteTargetDirArray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setOriginFileUrlArray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setTargetFileUrlArray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setBoolDeleteOriginFileArrayToFalse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78C6511C-E78A-FD33-F274-C7CA30E43347}"/>
              </a:ext>
            </a:extLst>
          </p:cNvPr>
          <p:cNvSpPr/>
          <p:nvPr/>
        </p:nvSpPr>
        <p:spPr>
          <a:xfrm>
            <a:off x="5014222" y="4172981"/>
            <a:ext cx="2459398" cy="4097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UtilCopyArray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9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 files</a:t>
            </a:r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F6CB5758-81B2-20BF-E39A-6AE3182488CF}"/>
              </a:ext>
            </a:extLst>
          </p:cNvPr>
          <p:cNvSpPr/>
          <p:nvPr/>
        </p:nvSpPr>
        <p:spPr>
          <a:xfrm>
            <a:off x="5014222" y="4585926"/>
            <a:ext cx="2459398" cy="40978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copyFilesCreateDirs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07608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F912116C-7BF3-BAF6-3015-3E133E81763C}"/>
              </a:ext>
            </a:extLst>
          </p:cNvPr>
          <p:cNvSpPr/>
          <p:nvPr/>
        </p:nvSpPr>
        <p:spPr>
          <a:xfrm>
            <a:off x="5663343" y="763793"/>
            <a:ext cx="3938236" cy="2517289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 Ordner des Lokals</a:t>
            </a: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hteck: eine Ecke abgeschnitten 1">
            <a:extLst>
              <a:ext uri="{FF2B5EF4-FFF2-40B4-BE49-F238E27FC236}">
                <a16:creationId xmlns:a16="http://schemas.microsoft.com/office/drawing/2014/main" id="{8E8A4A25-8972-B156-9255-9D9EAC24ACD4}"/>
              </a:ext>
            </a:extLst>
          </p:cNvPr>
          <p:cNvSpPr/>
          <p:nvPr/>
        </p:nvSpPr>
        <p:spPr>
          <a:xfrm>
            <a:off x="727364" y="1205345"/>
            <a:ext cx="1069163" cy="1419521"/>
          </a:xfrm>
          <a:prstGeom prst="snip1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XML Datei</a:t>
            </a: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Tischplan generieren">
            <a:extLst>
              <a:ext uri="{FF2B5EF4-FFF2-40B4-BE49-F238E27FC236}">
                <a16:creationId xmlns:a16="http://schemas.microsoft.com/office/drawing/2014/main" id="{AA998DA0-3816-2488-2C86-1CA8CEEF9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596" y="1205344"/>
            <a:ext cx="1748678" cy="1419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feil: nach rechts 2">
            <a:extLst>
              <a:ext uri="{FF2B5EF4-FFF2-40B4-BE49-F238E27FC236}">
                <a16:creationId xmlns:a16="http://schemas.microsoft.com/office/drawing/2014/main" id="{363445ED-F997-131C-4232-92DCB7347C0F}"/>
              </a:ext>
            </a:extLst>
          </p:cNvPr>
          <p:cNvSpPr/>
          <p:nvPr/>
        </p:nvSpPr>
        <p:spPr>
          <a:xfrm>
            <a:off x="2033195" y="1807285"/>
            <a:ext cx="623944" cy="365760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Rechteck: eine Ecke abgeschnitten 3">
            <a:extLst>
              <a:ext uri="{FF2B5EF4-FFF2-40B4-BE49-F238E27FC236}">
                <a16:creationId xmlns:a16="http://schemas.microsoft.com/office/drawing/2014/main" id="{0EC756FC-E957-621F-2619-FD672E296C9B}"/>
              </a:ext>
            </a:extLst>
          </p:cNvPr>
          <p:cNvSpPr/>
          <p:nvPr/>
        </p:nvSpPr>
        <p:spPr>
          <a:xfrm>
            <a:off x="5881418" y="1076253"/>
            <a:ext cx="1069163" cy="1419521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 Datei</a:t>
            </a: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: eine Ecke abgeschnitten 4">
            <a:extLst>
              <a:ext uri="{FF2B5EF4-FFF2-40B4-BE49-F238E27FC236}">
                <a16:creationId xmlns:a16="http://schemas.microsoft.com/office/drawing/2014/main" id="{94C1EF75-55EC-40BD-AAC2-D1C86A61EB0F}"/>
              </a:ext>
            </a:extLst>
          </p:cNvPr>
          <p:cNvSpPr/>
          <p:nvPr/>
        </p:nvSpPr>
        <p:spPr>
          <a:xfrm>
            <a:off x="6750709" y="1323679"/>
            <a:ext cx="1069163" cy="1419521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 Datei</a:t>
            </a: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hteck: eine Ecke abgeschnitten 5">
            <a:extLst>
              <a:ext uri="{FF2B5EF4-FFF2-40B4-BE49-F238E27FC236}">
                <a16:creationId xmlns:a16="http://schemas.microsoft.com/office/drawing/2014/main" id="{B5ADF774-DB75-4DF8-0A40-4C787F003B66}"/>
              </a:ext>
            </a:extLst>
          </p:cNvPr>
          <p:cNvSpPr/>
          <p:nvPr/>
        </p:nvSpPr>
        <p:spPr>
          <a:xfrm>
            <a:off x="7587728" y="1592376"/>
            <a:ext cx="1069163" cy="1419521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 Datei</a:t>
            </a: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: eine Ecke abgeschnitten 6">
            <a:extLst>
              <a:ext uri="{FF2B5EF4-FFF2-40B4-BE49-F238E27FC236}">
                <a16:creationId xmlns:a16="http://schemas.microsoft.com/office/drawing/2014/main" id="{8206BECA-B2F2-CE93-B114-0370A65AD0FA}"/>
              </a:ext>
            </a:extLst>
          </p:cNvPr>
          <p:cNvSpPr/>
          <p:nvPr/>
        </p:nvSpPr>
        <p:spPr>
          <a:xfrm>
            <a:off x="8464474" y="1786013"/>
            <a:ext cx="1069163" cy="1419521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 Datei</a:t>
            </a: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EBF638BB-29B2-019B-EB3B-90FE11D7F927}"/>
              </a:ext>
            </a:extLst>
          </p:cNvPr>
          <p:cNvSpPr/>
          <p:nvPr/>
        </p:nvSpPr>
        <p:spPr>
          <a:xfrm>
            <a:off x="4817349" y="1732224"/>
            <a:ext cx="623944" cy="365760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62672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237511E-122F-30E2-44E7-A570085F0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339" y="96817"/>
            <a:ext cx="5328677" cy="5905950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78356CD-1047-9A75-D3D2-6584EE46CD51}"/>
              </a:ext>
            </a:extLst>
          </p:cNvPr>
          <p:cNvCxnSpPr>
            <a:cxnSpLocks/>
          </p:cNvCxnSpPr>
          <p:nvPr/>
        </p:nvCxnSpPr>
        <p:spPr>
          <a:xfrm>
            <a:off x="4012602" y="2205318"/>
            <a:ext cx="0" cy="355003"/>
          </a:xfrm>
          <a:prstGeom prst="line">
            <a:avLst/>
          </a:prstGeom>
          <a:ln w="698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16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CFEBA1DB-BA2B-09CD-17B9-D75C6722CFB0}"/>
              </a:ext>
            </a:extLst>
          </p:cNvPr>
          <p:cNvCxnSpPr>
            <a:cxnSpLocks/>
          </p:cNvCxnSpPr>
          <p:nvPr/>
        </p:nvCxnSpPr>
        <p:spPr>
          <a:xfrm flipV="1">
            <a:off x="3039916" y="1326292"/>
            <a:ext cx="0" cy="9461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9921F22B-CF59-66DF-072D-574CBBD81D1E}"/>
              </a:ext>
            </a:extLst>
          </p:cNvPr>
          <p:cNvCxnSpPr>
            <a:cxnSpLocks/>
          </p:cNvCxnSpPr>
          <p:nvPr/>
        </p:nvCxnSpPr>
        <p:spPr>
          <a:xfrm flipH="1" flipV="1">
            <a:off x="1846821" y="2263218"/>
            <a:ext cx="15977" cy="30131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52209567-3E82-84CD-0965-3931EF660DE0}"/>
              </a:ext>
            </a:extLst>
          </p:cNvPr>
          <p:cNvCxnSpPr>
            <a:cxnSpLocks/>
          </p:cNvCxnSpPr>
          <p:nvPr/>
        </p:nvCxnSpPr>
        <p:spPr>
          <a:xfrm flipV="1">
            <a:off x="1696889" y="2272411"/>
            <a:ext cx="0" cy="25473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B8B7FFD5-DC64-CA37-7655-B5E8BFA6B54A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1088020" y="2272411"/>
            <a:ext cx="396" cy="1861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7D5B8F67-A2DC-E2BD-F803-26148FBA3290}"/>
              </a:ext>
            </a:extLst>
          </p:cNvPr>
          <p:cNvCxnSpPr>
            <a:cxnSpLocks/>
          </p:cNvCxnSpPr>
          <p:nvPr/>
        </p:nvCxnSpPr>
        <p:spPr>
          <a:xfrm>
            <a:off x="1106985" y="2255719"/>
            <a:ext cx="4863001" cy="32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048D0515-10CF-92CF-D6E5-2A3FA126CDC8}"/>
              </a:ext>
            </a:extLst>
          </p:cNvPr>
          <p:cNvSpPr/>
          <p:nvPr/>
        </p:nvSpPr>
        <p:spPr>
          <a:xfrm>
            <a:off x="2135620" y="1751776"/>
            <a:ext cx="1948392" cy="37501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 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premises</a:t>
            </a:r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CH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version</a:t>
            </a:r>
            <a:endParaRPr lang="de-CH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Spagi_76_Chairs_V_1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54A85247-810C-A36B-D1E7-B4DDED9F12EF}"/>
              </a:ext>
            </a:extLst>
          </p:cNvPr>
          <p:cNvCxnSpPr>
            <a:cxnSpLocks/>
          </p:cNvCxnSpPr>
          <p:nvPr/>
        </p:nvCxnSpPr>
        <p:spPr>
          <a:xfrm flipV="1">
            <a:off x="1315835" y="1547294"/>
            <a:ext cx="4845917" cy="30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C48E2E99-CCE6-46E3-2FED-51541812CFE6}"/>
              </a:ext>
            </a:extLst>
          </p:cNvPr>
          <p:cNvCxnSpPr>
            <a:cxnSpLocks/>
          </p:cNvCxnSpPr>
          <p:nvPr/>
        </p:nvCxnSpPr>
        <p:spPr>
          <a:xfrm flipV="1">
            <a:off x="4821241" y="2279914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0694212D-F687-00AD-FCE1-A15FDB996B34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1262465" y="2263218"/>
            <a:ext cx="0" cy="8131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B9902208-5560-EA17-A146-9D3D401FBA36}"/>
              </a:ext>
            </a:extLst>
          </p:cNvPr>
          <p:cNvCxnSpPr>
            <a:cxnSpLocks/>
          </p:cNvCxnSpPr>
          <p:nvPr/>
        </p:nvCxnSpPr>
        <p:spPr>
          <a:xfrm flipV="1">
            <a:off x="1403026" y="2263218"/>
            <a:ext cx="0" cy="19522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26810CE-79DD-5353-1C13-07F754193991}"/>
              </a:ext>
            </a:extLst>
          </p:cNvPr>
          <p:cNvCxnSpPr>
            <a:cxnSpLocks/>
          </p:cNvCxnSpPr>
          <p:nvPr/>
        </p:nvCxnSpPr>
        <p:spPr>
          <a:xfrm flipV="1">
            <a:off x="1541902" y="2263218"/>
            <a:ext cx="0" cy="20707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ussdiagramm: Karte 15">
            <a:extLst>
              <a:ext uri="{FF2B5EF4-FFF2-40B4-BE49-F238E27FC236}">
                <a16:creationId xmlns:a16="http://schemas.microsoft.com/office/drawing/2014/main" id="{E8A0A809-2262-28A8-7D78-8C1F7775DCDC}"/>
              </a:ext>
            </a:extLst>
          </p:cNvPr>
          <p:cNvSpPr/>
          <p:nvPr/>
        </p:nvSpPr>
        <p:spPr>
          <a:xfrm>
            <a:off x="935362" y="4334006"/>
            <a:ext cx="1649192" cy="380348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App: Display </a:t>
            </a:r>
            <a:r>
              <a:rPr lang="de-CH" sz="8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endParaRPr lang="de-CH" sz="8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ShowLayout.htm</a:t>
            </a:r>
          </a:p>
        </p:txBody>
      </p:sp>
      <p:sp>
        <p:nvSpPr>
          <p:cNvPr id="17" name="Flussdiagramm: Karte 16">
            <a:extLst>
              <a:ext uri="{FF2B5EF4-FFF2-40B4-BE49-F238E27FC236}">
                <a16:creationId xmlns:a16="http://schemas.microsoft.com/office/drawing/2014/main" id="{8763AB46-84FB-3B23-22DD-B4A88256DE86}"/>
              </a:ext>
            </a:extLst>
          </p:cNvPr>
          <p:cNvSpPr/>
          <p:nvPr/>
        </p:nvSpPr>
        <p:spPr>
          <a:xfrm>
            <a:off x="287014" y="2458602"/>
            <a:ext cx="1602804" cy="498920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App: Select </a:t>
            </a:r>
            <a:r>
              <a:rPr lang="de-CH" sz="8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seats</a:t>
            </a:r>
            <a:endParaRPr lang="de-CH" sz="8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8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de-CH" sz="8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homepage</a:t>
            </a:r>
            <a:r>
              <a:rPr lang="de-CH" sz="8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8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opens</a:t>
            </a:r>
            <a:r>
              <a:rPr lang="de-CH" sz="8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MakeReservation.htm </a:t>
            </a:r>
          </a:p>
        </p:txBody>
      </p:sp>
      <p:sp>
        <p:nvSpPr>
          <p:cNvPr id="18" name="Flussdiagramm: Karte 17">
            <a:extLst>
              <a:ext uri="{FF2B5EF4-FFF2-40B4-BE49-F238E27FC236}">
                <a16:creationId xmlns:a16="http://schemas.microsoft.com/office/drawing/2014/main" id="{CAC9886D-405F-BF78-19F9-6C0D28EF1D5A}"/>
              </a:ext>
            </a:extLst>
          </p:cNvPr>
          <p:cNvSpPr/>
          <p:nvPr/>
        </p:nvSpPr>
        <p:spPr>
          <a:xfrm>
            <a:off x="461063" y="3076387"/>
            <a:ext cx="1602804" cy="498920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App: </a:t>
            </a:r>
            <a:r>
              <a:rPr lang="de-CH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Administrate</a:t>
            </a:r>
            <a:r>
              <a:rPr lang="de-CH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reservations</a:t>
            </a:r>
            <a:endParaRPr lang="de-CH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AddReservation.htm</a:t>
            </a:r>
          </a:p>
        </p:txBody>
      </p:sp>
      <p:sp>
        <p:nvSpPr>
          <p:cNvPr id="19" name="Flussdiagramm: Karte 18">
            <a:extLst>
              <a:ext uri="{FF2B5EF4-FFF2-40B4-BE49-F238E27FC236}">
                <a16:creationId xmlns:a16="http://schemas.microsoft.com/office/drawing/2014/main" id="{D1AFD8EE-115B-679F-BEAD-7084C036E721}"/>
              </a:ext>
            </a:extLst>
          </p:cNvPr>
          <p:cNvSpPr/>
          <p:nvPr/>
        </p:nvSpPr>
        <p:spPr>
          <a:xfrm>
            <a:off x="699510" y="3675326"/>
            <a:ext cx="1649192" cy="544508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App: Display and </a:t>
            </a:r>
            <a:r>
              <a:rPr lang="de-CH" sz="8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</a:t>
            </a:r>
            <a:r>
              <a:rPr lang="de-CH" sz="8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8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reservations</a:t>
            </a:r>
            <a:endParaRPr lang="de-CH" sz="8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SearchReservation.htm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02464626-EFD4-5AFD-7DED-E6A3D50BB8F3}"/>
              </a:ext>
            </a:extLst>
          </p:cNvPr>
          <p:cNvSpPr/>
          <p:nvPr/>
        </p:nvSpPr>
        <p:spPr>
          <a:xfrm>
            <a:off x="1938624" y="2446816"/>
            <a:ext cx="825180" cy="40698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JavaScripts</a:t>
            </a:r>
          </a:p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Libs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5142A4B-7718-2F81-3846-9136F7517A60}"/>
              </a:ext>
            </a:extLst>
          </p:cNvPr>
          <p:cNvSpPr/>
          <p:nvPr/>
        </p:nvSpPr>
        <p:spPr>
          <a:xfrm>
            <a:off x="4278296" y="2446817"/>
            <a:ext cx="1060178" cy="40698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 </a:t>
            </a:r>
            <a:r>
              <a:rPr lang="de-CH" sz="8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images</a:t>
            </a:r>
            <a:endParaRPr lang="de-CH" sz="8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ImagesLayout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356FBA7E-C017-A7B3-EBAA-1913B360B783}"/>
              </a:ext>
            </a:extLst>
          </p:cNvPr>
          <p:cNvSpPr/>
          <p:nvPr/>
        </p:nvSpPr>
        <p:spPr>
          <a:xfrm>
            <a:off x="5386305" y="2453410"/>
            <a:ext cx="1060177" cy="40698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Season XML </a:t>
            </a:r>
            <a:r>
              <a:rPr lang="de-CH" sz="8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files</a:t>
            </a:r>
            <a:endParaRPr lang="de-CH" sz="8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SaisonXML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D50F0A19-C634-53F5-F4C6-F1806B457571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3055128" y="2270496"/>
            <a:ext cx="9093" cy="8120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hteck 23">
            <a:extLst>
              <a:ext uri="{FF2B5EF4-FFF2-40B4-BE49-F238E27FC236}">
                <a16:creationId xmlns:a16="http://schemas.microsoft.com/office/drawing/2014/main" id="{891D9D54-2BFF-6ADF-3071-C4C20A3C3586}"/>
              </a:ext>
            </a:extLst>
          </p:cNvPr>
          <p:cNvSpPr/>
          <p:nvPr/>
        </p:nvSpPr>
        <p:spPr>
          <a:xfrm>
            <a:off x="2799785" y="2452464"/>
            <a:ext cx="506079" cy="401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XML</a:t>
            </a:r>
          </a:p>
        </p:txBody>
      </p:sp>
      <p:sp>
        <p:nvSpPr>
          <p:cNvPr id="25" name="Flussdiagramm: Karte 24">
            <a:extLst>
              <a:ext uri="{FF2B5EF4-FFF2-40B4-BE49-F238E27FC236}">
                <a16:creationId xmlns:a16="http://schemas.microsoft.com/office/drawing/2014/main" id="{2E4E7AF4-AF63-CEA6-B295-92A1F1E3D1F1}"/>
              </a:ext>
            </a:extLst>
          </p:cNvPr>
          <p:cNvSpPr/>
          <p:nvPr/>
        </p:nvSpPr>
        <p:spPr>
          <a:xfrm>
            <a:off x="2164272" y="3082578"/>
            <a:ext cx="1781712" cy="401332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Defines</a:t>
            </a:r>
            <a:r>
              <a:rPr lang="de-CH" sz="8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8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8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8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endParaRPr lang="de-CH" sz="8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Spagi_76_Chairs_V_1.xml</a:t>
            </a:r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550812F4-B888-4E4F-2C21-3857F7C65BDB}"/>
              </a:ext>
            </a:extLst>
          </p:cNvPr>
          <p:cNvCxnSpPr>
            <a:cxnSpLocks/>
          </p:cNvCxnSpPr>
          <p:nvPr/>
        </p:nvCxnSpPr>
        <p:spPr>
          <a:xfrm flipH="1" flipV="1">
            <a:off x="6558473" y="906764"/>
            <a:ext cx="47559" cy="5624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01B1BB2F-5A0A-84B2-2897-5EFB610B85FF}"/>
              </a:ext>
            </a:extLst>
          </p:cNvPr>
          <p:cNvCxnSpPr>
            <a:cxnSpLocks/>
          </p:cNvCxnSpPr>
          <p:nvPr/>
        </p:nvCxnSpPr>
        <p:spPr>
          <a:xfrm flipH="1" flipV="1">
            <a:off x="212268" y="229136"/>
            <a:ext cx="47559" cy="5624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lussdiagramm: Karte 33">
            <a:extLst>
              <a:ext uri="{FF2B5EF4-FFF2-40B4-BE49-F238E27FC236}">
                <a16:creationId xmlns:a16="http://schemas.microsoft.com/office/drawing/2014/main" id="{76879713-A408-3414-7AD2-BD87EF96B84C}"/>
              </a:ext>
            </a:extLst>
          </p:cNvPr>
          <p:cNvSpPr/>
          <p:nvPr/>
        </p:nvSpPr>
        <p:spPr>
          <a:xfrm>
            <a:off x="1239271" y="4819810"/>
            <a:ext cx="1649192" cy="380348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 </a:t>
            </a:r>
            <a:r>
              <a:rPr lang="de-CH" sz="8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reservations</a:t>
            </a:r>
            <a:endParaRPr lang="de-CH" sz="8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ReservationList.htm</a:t>
            </a:r>
          </a:p>
        </p:txBody>
      </p:sp>
      <p:sp>
        <p:nvSpPr>
          <p:cNvPr id="35" name="Flussdiagramm: Karte 34">
            <a:extLst>
              <a:ext uri="{FF2B5EF4-FFF2-40B4-BE49-F238E27FC236}">
                <a16:creationId xmlns:a16="http://schemas.microsoft.com/office/drawing/2014/main" id="{08890597-25CB-0402-4725-E807EBD4F99F}"/>
              </a:ext>
            </a:extLst>
          </p:cNvPr>
          <p:cNvSpPr/>
          <p:nvPr/>
        </p:nvSpPr>
        <p:spPr>
          <a:xfrm>
            <a:off x="1460624" y="5276333"/>
            <a:ext cx="1649192" cy="329985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 </a:t>
            </a:r>
            <a:r>
              <a:rPr lang="de-CH" sz="8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reservations</a:t>
            </a:r>
            <a:endParaRPr lang="de-CH" sz="8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ReservationPrint.htm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8A8B4726-A88A-697D-F14E-1DD6F62CEA8C}"/>
              </a:ext>
            </a:extLst>
          </p:cNvPr>
          <p:cNvSpPr/>
          <p:nvPr/>
        </p:nvSpPr>
        <p:spPr>
          <a:xfrm>
            <a:off x="2002653" y="743146"/>
            <a:ext cx="2115324" cy="56026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ReservationLayout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</a:t>
            </a:r>
          </a:p>
        </p:txBody>
      </p: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1FFB3F7E-D5D9-26B5-789E-3BAE9887C11D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2351214" y="2291786"/>
            <a:ext cx="1" cy="155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93DE9AF7-5513-E1F8-9B45-5271CFB00F11}"/>
              </a:ext>
            </a:extLst>
          </p:cNvPr>
          <p:cNvCxnSpPr>
            <a:cxnSpLocks/>
          </p:cNvCxnSpPr>
          <p:nvPr/>
        </p:nvCxnSpPr>
        <p:spPr>
          <a:xfrm>
            <a:off x="5969986" y="2288623"/>
            <a:ext cx="0" cy="155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feld 54">
            <a:extLst>
              <a:ext uri="{FF2B5EF4-FFF2-40B4-BE49-F238E27FC236}">
                <a16:creationId xmlns:a16="http://schemas.microsoft.com/office/drawing/2014/main" id="{B27DF9EA-0505-5312-416C-BAA8496DA828}"/>
              </a:ext>
            </a:extLst>
          </p:cNvPr>
          <p:cNvSpPr txBox="1"/>
          <p:nvPr/>
        </p:nvSpPr>
        <p:spPr>
          <a:xfrm>
            <a:off x="65752" y="4651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Generated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directories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seating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plan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8D49A10-6B41-21E2-B8C2-CBC1A4436497}"/>
              </a:ext>
            </a:extLst>
          </p:cNvPr>
          <p:cNvSpPr txBox="1"/>
          <p:nvPr/>
        </p:nvSpPr>
        <p:spPr>
          <a:xfrm>
            <a:off x="7746945" y="2984659"/>
            <a:ext cx="19059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100" b="1" dirty="0">
                <a:latin typeface="Aptos Narrow" panose="020B0004020202020204" pitchFamily="34" charset="0"/>
              </a:rPr>
              <a:t>Event </a:t>
            </a:r>
            <a:r>
              <a:rPr lang="de-CH" sz="1100" b="1" dirty="0" err="1">
                <a:latin typeface="Aptos Narrow" panose="020B0004020202020204" pitchFamily="34" charset="0"/>
              </a:rPr>
              <a:t>program</a:t>
            </a:r>
            <a:r>
              <a:rPr lang="de-CH" sz="1100" b="1" dirty="0">
                <a:latin typeface="Aptos Narrow" panose="020B0004020202020204" pitchFamily="34" charset="0"/>
              </a:rPr>
              <a:t> XML </a:t>
            </a:r>
            <a:r>
              <a:rPr lang="de-CH" sz="1100" b="1" dirty="0" err="1">
                <a:latin typeface="Aptos Narrow" panose="020B0004020202020204" pitchFamily="34" charset="0"/>
              </a:rPr>
              <a:t>file</a:t>
            </a:r>
            <a:endParaRPr lang="de-CH" sz="1100" b="1" dirty="0">
              <a:latin typeface="Aptos Narrow" panose="020B0004020202020204" pitchFamily="34" charset="0"/>
            </a:endParaRPr>
          </a:p>
          <a:p>
            <a:pPr algn="ctr"/>
            <a:r>
              <a:rPr lang="de-CH" sz="1100" b="1" dirty="0">
                <a:latin typeface="Aptos Narrow" panose="020B0004020202020204" pitchFamily="34" charset="0"/>
              </a:rPr>
              <a:t>Event </a:t>
            </a:r>
            <a:r>
              <a:rPr lang="de-CH" sz="1100" b="1" dirty="0" err="1">
                <a:latin typeface="Aptos Narrow" panose="020B0004020202020204" pitchFamily="34" charset="0"/>
              </a:rPr>
              <a:t>reservation</a:t>
            </a:r>
            <a:r>
              <a:rPr lang="de-CH" sz="1100" b="1" dirty="0">
                <a:latin typeface="Aptos Narrow" panose="020B0004020202020204" pitchFamily="34" charset="0"/>
              </a:rPr>
              <a:t> XML </a:t>
            </a:r>
            <a:r>
              <a:rPr lang="de-CH" sz="1100" b="1" dirty="0" err="1">
                <a:latin typeface="Aptos Narrow" panose="020B0004020202020204" pitchFamily="34" charset="0"/>
              </a:rPr>
              <a:t>files</a:t>
            </a:r>
            <a:endParaRPr lang="de-CH" sz="1100" b="1" dirty="0">
              <a:latin typeface="Aptos Narrow" panose="020B0004020202020204" pitchFamily="34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47389C3-C344-C19A-B678-A6FFA14DF28A}"/>
              </a:ext>
            </a:extLst>
          </p:cNvPr>
          <p:cNvSpPr/>
          <p:nvPr/>
        </p:nvSpPr>
        <p:spPr>
          <a:xfrm>
            <a:off x="3353583" y="2446815"/>
            <a:ext cx="876882" cy="40698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Captions</a:t>
            </a:r>
            <a:endParaRPr lang="de-CH" sz="8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ImagesApp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139D9693-A1BC-818F-C237-4B8B5DE122A9}"/>
              </a:ext>
            </a:extLst>
          </p:cNvPr>
          <p:cNvCxnSpPr>
            <a:cxnSpLocks/>
          </p:cNvCxnSpPr>
          <p:nvPr/>
        </p:nvCxnSpPr>
        <p:spPr>
          <a:xfrm flipV="1">
            <a:off x="3798252" y="2288623"/>
            <a:ext cx="2010" cy="183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1171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erader Verbinder 76">
            <a:extLst>
              <a:ext uri="{FF2B5EF4-FFF2-40B4-BE49-F238E27FC236}">
                <a16:creationId xmlns:a16="http://schemas.microsoft.com/office/drawing/2014/main" id="{A1F06A0D-82E4-6955-44DF-7D1425A4BE0F}"/>
              </a:ext>
            </a:extLst>
          </p:cNvPr>
          <p:cNvCxnSpPr>
            <a:cxnSpLocks/>
          </p:cNvCxnSpPr>
          <p:nvPr/>
        </p:nvCxnSpPr>
        <p:spPr>
          <a:xfrm>
            <a:off x="9799781" y="4646543"/>
            <a:ext cx="14044" cy="790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E2F4A3EA-B033-0947-D2C5-2A2256555906}"/>
              </a:ext>
            </a:extLst>
          </p:cNvPr>
          <p:cNvCxnSpPr>
            <a:cxnSpLocks/>
          </p:cNvCxnSpPr>
          <p:nvPr/>
        </p:nvCxnSpPr>
        <p:spPr>
          <a:xfrm flipV="1">
            <a:off x="9654187" y="4646543"/>
            <a:ext cx="0" cy="6112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55A48E4F-27A3-7DD2-8BB5-9E1F655A0733}"/>
              </a:ext>
            </a:extLst>
          </p:cNvPr>
          <p:cNvCxnSpPr>
            <a:cxnSpLocks/>
          </p:cNvCxnSpPr>
          <p:nvPr/>
        </p:nvCxnSpPr>
        <p:spPr>
          <a:xfrm flipV="1">
            <a:off x="9506160" y="4646543"/>
            <a:ext cx="0" cy="421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39D191F9-D41D-0AB1-8FD5-D7C4CA692EA5}"/>
              </a:ext>
            </a:extLst>
          </p:cNvPr>
          <p:cNvCxnSpPr>
            <a:cxnSpLocks/>
            <a:stCxn id="68" idx="0"/>
          </p:cNvCxnSpPr>
          <p:nvPr/>
        </p:nvCxnSpPr>
        <p:spPr>
          <a:xfrm flipH="1" flipV="1">
            <a:off x="9392512" y="4646543"/>
            <a:ext cx="8346" cy="421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3D72E9B4-5209-77A2-4F04-552EEA44AE30}"/>
              </a:ext>
            </a:extLst>
          </p:cNvPr>
          <p:cNvCxnSpPr>
            <a:cxnSpLocks/>
          </p:cNvCxnSpPr>
          <p:nvPr/>
        </p:nvCxnSpPr>
        <p:spPr>
          <a:xfrm flipH="1" flipV="1">
            <a:off x="1711655" y="2070317"/>
            <a:ext cx="7233" cy="190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1EF21D7A-BC5E-6369-9A40-3545AAAF417A}"/>
              </a:ext>
            </a:extLst>
          </p:cNvPr>
          <p:cNvCxnSpPr>
            <a:cxnSpLocks/>
          </p:cNvCxnSpPr>
          <p:nvPr/>
        </p:nvCxnSpPr>
        <p:spPr>
          <a:xfrm flipH="1" flipV="1">
            <a:off x="4257982" y="2060786"/>
            <a:ext cx="7233" cy="190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8F76CD1A-9B5E-45B5-80DB-20DA18C612EA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2003256" y="5257802"/>
            <a:ext cx="0" cy="6276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Gerader Verbinder 131">
            <a:extLst>
              <a:ext uri="{FF2B5EF4-FFF2-40B4-BE49-F238E27FC236}">
                <a16:creationId xmlns:a16="http://schemas.microsoft.com/office/drawing/2014/main" id="{092D3557-70CF-18D0-B709-24DCE8D45E96}"/>
              </a:ext>
            </a:extLst>
          </p:cNvPr>
          <p:cNvCxnSpPr>
            <a:cxnSpLocks/>
            <a:stCxn id="144" idx="0"/>
          </p:cNvCxnSpPr>
          <p:nvPr/>
        </p:nvCxnSpPr>
        <p:spPr>
          <a:xfrm flipV="1">
            <a:off x="10597984" y="1670230"/>
            <a:ext cx="0" cy="1443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Gerader Verbinder 118">
            <a:extLst>
              <a:ext uri="{FF2B5EF4-FFF2-40B4-BE49-F238E27FC236}">
                <a16:creationId xmlns:a16="http://schemas.microsoft.com/office/drawing/2014/main" id="{67539F89-0D44-7450-5B07-495465143BEE}"/>
              </a:ext>
            </a:extLst>
          </p:cNvPr>
          <p:cNvCxnSpPr>
            <a:cxnSpLocks/>
          </p:cNvCxnSpPr>
          <p:nvPr/>
        </p:nvCxnSpPr>
        <p:spPr>
          <a:xfrm flipV="1">
            <a:off x="1686176" y="1714205"/>
            <a:ext cx="4225" cy="2213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Gerader Verbinder 115">
            <a:extLst>
              <a:ext uri="{FF2B5EF4-FFF2-40B4-BE49-F238E27FC236}">
                <a16:creationId xmlns:a16="http://schemas.microsoft.com/office/drawing/2014/main" id="{533DF8C0-5A08-438B-5199-149510ED1AF3}"/>
              </a:ext>
            </a:extLst>
          </p:cNvPr>
          <p:cNvCxnSpPr>
            <a:cxnSpLocks/>
          </p:cNvCxnSpPr>
          <p:nvPr/>
        </p:nvCxnSpPr>
        <p:spPr>
          <a:xfrm>
            <a:off x="4132537" y="1705080"/>
            <a:ext cx="0" cy="155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CFEBA1DB-BA2B-09CD-17B9-D75C6722CFB0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2970491" y="1670230"/>
            <a:ext cx="5338" cy="507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9921F22B-CF59-66DF-072D-574CBBD81D1E}"/>
              </a:ext>
            </a:extLst>
          </p:cNvPr>
          <p:cNvCxnSpPr>
            <a:cxnSpLocks/>
            <a:stCxn id="35" idx="0"/>
          </p:cNvCxnSpPr>
          <p:nvPr/>
        </p:nvCxnSpPr>
        <p:spPr>
          <a:xfrm flipV="1">
            <a:off x="1803416" y="2263218"/>
            <a:ext cx="43405" cy="1089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52209567-3E82-84CD-0965-3931EF660DE0}"/>
              </a:ext>
            </a:extLst>
          </p:cNvPr>
          <p:cNvCxnSpPr>
            <a:cxnSpLocks/>
            <a:stCxn id="34" idx="0"/>
          </p:cNvCxnSpPr>
          <p:nvPr/>
        </p:nvCxnSpPr>
        <p:spPr>
          <a:xfrm flipH="1" flipV="1">
            <a:off x="1696889" y="2272411"/>
            <a:ext cx="832" cy="910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B8B7FFD5-DC64-CA37-7655-B5E8BFA6B54A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1160736" y="2255719"/>
            <a:ext cx="0" cy="2028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7D5B8F67-A2DC-E2BD-F803-26148FBA3290}"/>
              </a:ext>
            </a:extLst>
          </p:cNvPr>
          <p:cNvCxnSpPr>
            <a:cxnSpLocks/>
          </p:cNvCxnSpPr>
          <p:nvPr/>
        </p:nvCxnSpPr>
        <p:spPr>
          <a:xfrm>
            <a:off x="1149513" y="2255719"/>
            <a:ext cx="1987092" cy="219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048D0515-10CF-92CF-D6E5-2A3FA126CDC8}"/>
              </a:ext>
            </a:extLst>
          </p:cNvPr>
          <p:cNvSpPr/>
          <p:nvPr/>
        </p:nvSpPr>
        <p:spPr>
          <a:xfrm>
            <a:off x="740595" y="1751776"/>
            <a:ext cx="1908018" cy="37501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Tischplan/Layout</a:t>
            </a:r>
          </a:p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Spagi_76_Chairs_V_1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54A85247-810C-A36B-D1E7-B4DDED9F12EF}"/>
              </a:ext>
            </a:extLst>
          </p:cNvPr>
          <p:cNvCxnSpPr>
            <a:cxnSpLocks/>
          </p:cNvCxnSpPr>
          <p:nvPr/>
        </p:nvCxnSpPr>
        <p:spPr>
          <a:xfrm flipV="1">
            <a:off x="1677340" y="1719452"/>
            <a:ext cx="3563360" cy="15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C48E2E99-CCE6-46E3-2FED-51541812CFE6}"/>
              </a:ext>
            </a:extLst>
          </p:cNvPr>
          <p:cNvCxnSpPr>
            <a:cxnSpLocks/>
          </p:cNvCxnSpPr>
          <p:nvPr/>
        </p:nvCxnSpPr>
        <p:spPr>
          <a:xfrm flipV="1">
            <a:off x="2731703" y="2279914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0694212D-F687-00AD-FCE1-A15FDB996B34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1265712" y="2255719"/>
            <a:ext cx="12969" cy="403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B9902208-5560-EA17-A146-9D3D401FBA36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1377084" y="2255719"/>
            <a:ext cx="0" cy="5878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26810CE-79DD-5353-1C13-07F754193991}"/>
              </a:ext>
            </a:extLst>
          </p:cNvPr>
          <p:cNvCxnSpPr>
            <a:cxnSpLocks/>
          </p:cNvCxnSpPr>
          <p:nvPr/>
        </p:nvCxnSpPr>
        <p:spPr>
          <a:xfrm flipV="1">
            <a:off x="1541902" y="2263218"/>
            <a:ext cx="0" cy="7375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ussdiagramm: Karte 15">
            <a:extLst>
              <a:ext uri="{FF2B5EF4-FFF2-40B4-BE49-F238E27FC236}">
                <a16:creationId xmlns:a16="http://schemas.microsoft.com/office/drawing/2014/main" id="{E8A0A809-2262-28A8-7D78-8C1F7775DCDC}"/>
              </a:ext>
            </a:extLst>
          </p:cNvPr>
          <p:cNvSpPr/>
          <p:nvPr/>
        </p:nvSpPr>
        <p:spPr>
          <a:xfrm>
            <a:off x="1128932" y="3000796"/>
            <a:ext cx="1041878" cy="138835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ShowLayout.htm</a:t>
            </a:r>
          </a:p>
        </p:txBody>
      </p:sp>
      <p:sp>
        <p:nvSpPr>
          <p:cNvPr id="17" name="Flussdiagramm: Karte 16">
            <a:extLst>
              <a:ext uri="{FF2B5EF4-FFF2-40B4-BE49-F238E27FC236}">
                <a16:creationId xmlns:a16="http://schemas.microsoft.com/office/drawing/2014/main" id="{8763AB46-84FB-3B23-22DD-B4A88256DE86}"/>
              </a:ext>
            </a:extLst>
          </p:cNvPr>
          <p:cNvSpPr/>
          <p:nvPr/>
        </p:nvSpPr>
        <p:spPr>
          <a:xfrm>
            <a:off x="470296" y="2458602"/>
            <a:ext cx="1380879" cy="138170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MakeReservation.htm </a:t>
            </a:r>
          </a:p>
        </p:txBody>
      </p:sp>
      <p:sp>
        <p:nvSpPr>
          <p:cNvPr id="18" name="Flussdiagramm: Karte 17">
            <a:extLst>
              <a:ext uri="{FF2B5EF4-FFF2-40B4-BE49-F238E27FC236}">
                <a16:creationId xmlns:a16="http://schemas.microsoft.com/office/drawing/2014/main" id="{CAC9886D-405F-BF78-19F9-6C0D28EF1D5A}"/>
              </a:ext>
            </a:extLst>
          </p:cNvPr>
          <p:cNvSpPr/>
          <p:nvPr/>
        </p:nvSpPr>
        <p:spPr>
          <a:xfrm>
            <a:off x="629484" y="2659351"/>
            <a:ext cx="1272456" cy="138170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AddReservation.htm</a:t>
            </a:r>
          </a:p>
        </p:txBody>
      </p:sp>
      <p:sp>
        <p:nvSpPr>
          <p:cNvPr id="19" name="Flussdiagramm: Karte 18">
            <a:extLst>
              <a:ext uri="{FF2B5EF4-FFF2-40B4-BE49-F238E27FC236}">
                <a16:creationId xmlns:a16="http://schemas.microsoft.com/office/drawing/2014/main" id="{D1AFD8EE-115B-679F-BEAD-7084C036E721}"/>
              </a:ext>
            </a:extLst>
          </p:cNvPr>
          <p:cNvSpPr/>
          <p:nvPr/>
        </p:nvSpPr>
        <p:spPr>
          <a:xfrm>
            <a:off x="707619" y="2843615"/>
            <a:ext cx="1338929" cy="120923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SearchReservation.htm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02464626-EFD4-5AFD-7DED-E6A3D50BB8F3}"/>
              </a:ext>
            </a:extLst>
          </p:cNvPr>
          <p:cNvSpPr/>
          <p:nvPr/>
        </p:nvSpPr>
        <p:spPr>
          <a:xfrm>
            <a:off x="2009523" y="2462201"/>
            <a:ext cx="266659" cy="13924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550812F4-B888-4E4F-2C21-3857F7C65BDB}"/>
              </a:ext>
            </a:extLst>
          </p:cNvPr>
          <p:cNvCxnSpPr>
            <a:cxnSpLocks/>
          </p:cNvCxnSpPr>
          <p:nvPr/>
        </p:nvCxnSpPr>
        <p:spPr>
          <a:xfrm flipH="1" flipV="1">
            <a:off x="5390229" y="1028700"/>
            <a:ext cx="2164" cy="2647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01B1BB2F-5A0A-84B2-2897-5EFB610B85FF}"/>
              </a:ext>
            </a:extLst>
          </p:cNvPr>
          <p:cNvCxnSpPr>
            <a:cxnSpLocks/>
          </p:cNvCxnSpPr>
          <p:nvPr/>
        </p:nvCxnSpPr>
        <p:spPr>
          <a:xfrm flipV="1">
            <a:off x="419649" y="1162050"/>
            <a:ext cx="7359" cy="2514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lussdiagramm: Karte 33">
            <a:extLst>
              <a:ext uri="{FF2B5EF4-FFF2-40B4-BE49-F238E27FC236}">
                <a16:creationId xmlns:a16="http://schemas.microsoft.com/office/drawing/2014/main" id="{76879713-A408-3414-7AD2-BD87EF96B84C}"/>
              </a:ext>
            </a:extLst>
          </p:cNvPr>
          <p:cNvSpPr/>
          <p:nvPr/>
        </p:nvSpPr>
        <p:spPr>
          <a:xfrm>
            <a:off x="1114888" y="3183032"/>
            <a:ext cx="1165665" cy="138835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ReservationList.htm</a:t>
            </a:r>
          </a:p>
        </p:txBody>
      </p:sp>
      <p:sp>
        <p:nvSpPr>
          <p:cNvPr id="35" name="Flussdiagramm: Karte 34">
            <a:extLst>
              <a:ext uri="{FF2B5EF4-FFF2-40B4-BE49-F238E27FC236}">
                <a16:creationId xmlns:a16="http://schemas.microsoft.com/office/drawing/2014/main" id="{08890597-25CB-0402-4725-E807EBD4F99F}"/>
              </a:ext>
            </a:extLst>
          </p:cNvPr>
          <p:cNvSpPr/>
          <p:nvPr/>
        </p:nvSpPr>
        <p:spPr>
          <a:xfrm>
            <a:off x="1192387" y="3352513"/>
            <a:ext cx="1222057" cy="138836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ReservationPrint.htm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8A8B4726-A88A-697D-F14E-1DD6F62CEA8C}"/>
              </a:ext>
            </a:extLst>
          </p:cNvPr>
          <p:cNvSpPr/>
          <p:nvPr/>
        </p:nvSpPr>
        <p:spPr>
          <a:xfrm>
            <a:off x="2021820" y="1361030"/>
            <a:ext cx="1908018" cy="3092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</a:t>
            </a:r>
          </a:p>
        </p:txBody>
      </p: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1FFB3F7E-D5D9-26B5-789E-3BAE9887C11D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2135620" y="2271340"/>
            <a:ext cx="7233" cy="190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93DE9AF7-5513-E1F8-9B45-5271CFB00F11}"/>
              </a:ext>
            </a:extLst>
          </p:cNvPr>
          <p:cNvCxnSpPr>
            <a:cxnSpLocks/>
          </p:cNvCxnSpPr>
          <p:nvPr/>
        </p:nvCxnSpPr>
        <p:spPr>
          <a:xfrm>
            <a:off x="2814533" y="2288623"/>
            <a:ext cx="0" cy="155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feld 54">
            <a:extLst>
              <a:ext uri="{FF2B5EF4-FFF2-40B4-BE49-F238E27FC236}">
                <a16:creationId xmlns:a16="http://schemas.microsoft.com/office/drawing/2014/main" id="{B27DF9EA-0505-5312-416C-BAA8496DA828}"/>
              </a:ext>
            </a:extLst>
          </p:cNvPr>
          <p:cNvSpPr txBox="1"/>
          <p:nvPr/>
        </p:nvSpPr>
        <p:spPr>
          <a:xfrm>
            <a:off x="65752" y="4651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Generated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directories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seating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plan</a:t>
            </a:r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139D9693-A1BC-818F-C237-4B8B5DE122A9}"/>
              </a:ext>
            </a:extLst>
          </p:cNvPr>
          <p:cNvCxnSpPr>
            <a:cxnSpLocks/>
          </p:cNvCxnSpPr>
          <p:nvPr/>
        </p:nvCxnSpPr>
        <p:spPr>
          <a:xfrm flipV="1">
            <a:off x="2672406" y="2288623"/>
            <a:ext cx="2010" cy="183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hteck 47">
            <a:extLst>
              <a:ext uri="{FF2B5EF4-FFF2-40B4-BE49-F238E27FC236}">
                <a16:creationId xmlns:a16="http://schemas.microsoft.com/office/drawing/2014/main" id="{73FC0B48-484E-09AC-74D8-0B8CF91253F1}"/>
              </a:ext>
            </a:extLst>
          </p:cNvPr>
          <p:cNvSpPr/>
          <p:nvPr/>
        </p:nvSpPr>
        <p:spPr>
          <a:xfrm>
            <a:off x="2333280" y="2457532"/>
            <a:ext cx="266659" cy="13924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B20534FB-E44D-6D0C-3A48-43473CC2BE49}"/>
              </a:ext>
            </a:extLst>
          </p:cNvPr>
          <p:cNvCxnSpPr>
            <a:cxnSpLocks/>
            <a:stCxn id="48" idx="0"/>
          </p:cNvCxnSpPr>
          <p:nvPr/>
        </p:nvCxnSpPr>
        <p:spPr>
          <a:xfrm flipV="1">
            <a:off x="2466610" y="2271340"/>
            <a:ext cx="0" cy="186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F1812EF0-095B-96CB-1BDE-AB0F3EB8CD20}"/>
              </a:ext>
            </a:extLst>
          </p:cNvPr>
          <p:cNvCxnSpPr>
            <a:cxnSpLocks/>
            <a:stCxn id="110" idx="0"/>
          </p:cNvCxnSpPr>
          <p:nvPr/>
        </p:nvCxnSpPr>
        <p:spPr>
          <a:xfrm flipV="1">
            <a:off x="4229583" y="2253074"/>
            <a:ext cx="43405" cy="1089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Gerader Verbinder 95">
            <a:extLst>
              <a:ext uri="{FF2B5EF4-FFF2-40B4-BE49-F238E27FC236}">
                <a16:creationId xmlns:a16="http://schemas.microsoft.com/office/drawing/2014/main" id="{6466C4EF-CC03-5976-387D-DBE6F59E40EB}"/>
              </a:ext>
            </a:extLst>
          </p:cNvPr>
          <p:cNvCxnSpPr>
            <a:cxnSpLocks/>
            <a:stCxn id="109" idx="0"/>
          </p:cNvCxnSpPr>
          <p:nvPr/>
        </p:nvCxnSpPr>
        <p:spPr>
          <a:xfrm flipH="1" flipV="1">
            <a:off x="4123056" y="2262267"/>
            <a:ext cx="832" cy="910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Gerader Verbinder 96">
            <a:extLst>
              <a:ext uri="{FF2B5EF4-FFF2-40B4-BE49-F238E27FC236}">
                <a16:creationId xmlns:a16="http://schemas.microsoft.com/office/drawing/2014/main" id="{91A169EC-4801-339D-1A55-62CA85025EBE}"/>
              </a:ext>
            </a:extLst>
          </p:cNvPr>
          <p:cNvCxnSpPr>
            <a:cxnSpLocks/>
            <a:stCxn id="105" idx="0"/>
          </p:cNvCxnSpPr>
          <p:nvPr/>
        </p:nvCxnSpPr>
        <p:spPr>
          <a:xfrm flipV="1">
            <a:off x="3586903" y="2245575"/>
            <a:ext cx="0" cy="2028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7DB14B3A-44D2-59C6-2E08-AD990EF70B09}"/>
              </a:ext>
            </a:extLst>
          </p:cNvPr>
          <p:cNvCxnSpPr>
            <a:cxnSpLocks/>
          </p:cNvCxnSpPr>
          <p:nvPr/>
        </p:nvCxnSpPr>
        <p:spPr>
          <a:xfrm>
            <a:off x="3575680" y="2245575"/>
            <a:ext cx="1767062" cy="320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hteck 98">
            <a:extLst>
              <a:ext uri="{FF2B5EF4-FFF2-40B4-BE49-F238E27FC236}">
                <a16:creationId xmlns:a16="http://schemas.microsoft.com/office/drawing/2014/main" id="{DF870845-6BED-01B9-B975-CFF424FAD120}"/>
              </a:ext>
            </a:extLst>
          </p:cNvPr>
          <p:cNvSpPr/>
          <p:nvPr/>
        </p:nvSpPr>
        <p:spPr>
          <a:xfrm>
            <a:off x="3166762" y="1741632"/>
            <a:ext cx="1908018" cy="37501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Tischplan/Layout</a:t>
            </a:r>
          </a:p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Spagi_76_Chairs_V_2</a:t>
            </a:r>
          </a:p>
        </p:txBody>
      </p:sp>
      <p:cxnSp>
        <p:nvCxnSpPr>
          <p:cNvPr id="100" name="Gerader Verbinder 99">
            <a:extLst>
              <a:ext uri="{FF2B5EF4-FFF2-40B4-BE49-F238E27FC236}">
                <a16:creationId xmlns:a16="http://schemas.microsoft.com/office/drawing/2014/main" id="{4E4084DB-7B5F-3A5B-E05F-B12D4F742227}"/>
              </a:ext>
            </a:extLst>
          </p:cNvPr>
          <p:cNvCxnSpPr>
            <a:cxnSpLocks/>
          </p:cNvCxnSpPr>
          <p:nvPr/>
        </p:nvCxnSpPr>
        <p:spPr>
          <a:xfrm flipV="1">
            <a:off x="5157870" y="2269770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EF5D13C9-647E-03DE-9E17-8FF7D87F6FC2}"/>
              </a:ext>
            </a:extLst>
          </p:cNvPr>
          <p:cNvCxnSpPr>
            <a:cxnSpLocks/>
            <a:stCxn id="106" idx="0"/>
          </p:cNvCxnSpPr>
          <p:nvPr/>
        </p:nvCxnSpPr>
        <p:spPr>
          <a:xfrm flipV="1">
            <a:off x="3691879" y="2245575"/>
            <a:ext cx="12969" cy="403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Gerader Verbinder 101">
            <a:extLst>
              <a:ext uri="{FF2B5EF4-FFF2-40B4-BE49-F238E27FC236}">
                <a16:creationId xmlns:a16="http://schemas.microsoft.com/office/drawing/2014/main" id="{9AE3A111-63EF-F465-F198-0426E19B134C}"/>
              </a:ext>
            </a:extLst>
          </p:cNvPr>
          <p:cNvCxnSpPr>
            <a:cxnSpLocks/>
            <a:stCxn id="107" idx="0"/>
          </p:cNvCxnSpPr>
          <p:nvPr/>
        </p:nvCxnSpPr>
        <p:spPr>
          <a:xfrm flipV="1">
            <a:off x="3803251" y="2245575"/>
            <a:ext cx="0" cy="5878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Gerader Verbinder 102">
            <a:extLst>
              <a:ext uri="{FF2B5EF4-FFF2-40B4-BE49-F238E27FC236}">
                <a16:creationId xmlns:a16="http://schemas.microsoft.com/office/drawing/2014/main" id="{2E52A5DB-DB83-9CB1-6637-E6CF246569D8}"/>
              </a:ext>
            </a:extLst>
          </p:cNvPr>
          <p:cNvCxnSpPr>
            <a:cxnSpLocks/>
          </p:cNvCxnSpPr>
          <p:nvPr/>
        </p:nvCxnSpPr>
        <p:spPr>
          <a:xfrm flipV="1">
            <a:off x="3968069" y="2253074"/>
            <a:ext cx="0" cy="7375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Flussdiagramm: Karte 103">
            <a:extLst>
              <a:ext uri="{FF2B5EF4-FFF2-40B4-BE49-F238E27FC236}">
                <a16:creationId xmlns:a16="http://schemas.microsoft.com/office/drawing/2014/main" id="{E6FA2408-DF83-3C0C-B1E2-37124EAEDDE7}"/>
              </a:ext>
            </a:extLst>
          </p:cNvPr>
          <p:cNvSpPr/>
          <p:nvPr/>
        </p:nvSpPr>
        <p:spPr>
          <a:xfrm>
            <a:off x="3555099" y="2990652"/>
            <a:ext cx="1041878" cy="138835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ShowLayout.htm</a:t>
            </a:r>
          </a:p>
        </p:txBody>
      </p:sp>
      <p:sp>
        <p:nvSpPr>
          <p:cNvPr id="105" name="Flussdiagramm: Karte 104">
            <a:extLst>
              <a:ext uri="{FF2B5EF4-FFF2-40B4-BE49-F238E27FC236}">
                <a16:creationId xmlns:a16="http://schemas.microsoft.com/office/drawing/2014/main" id="{301F1D7C-CB9B-EFD8-907E-A29A3797AB9F}"/>
              </a:ext>
            </a:extLst>
          </p:cNvPr>
          <p:cNvSpPr/>
          <p:nvPr/>
        </p:nvSpPr>
        <p:spPr>
          <a:xfrm>
            <a:off x="2896463" y="2448458"/>
            <a:ext cx="1380879" cy="138170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MakeReservation.htm </a:t>
            </a:r>
          </a:p>
        </p:txBody>
      </p:sp>
      <p:sp>
        <p:nvSpPr>
          <p:cNvPr id="106" name="Flussdiagramm: Karte 105">
            <a:extLst>
              <a:ext uri="{FF2B5EF4-FFF2-40B4-BE49-F238E27FC236}">
                <a16:creationId xmlns:a16="http://schemas.microsoft.com/office/drawing/2014/main" id="{6EDCC231-7554-C035-F5FB-2A41A36B7E52}"/>
              </a:ext>
            </a:extLst>
          </p:cNvPr>
          <p:cNvSpPr/>
          <p:nvPr/>
        </p:nvSpPr>
        <p:spPr>
          <a:xfrm>
            <a:off x="3055651" y="2649207"/>
            <a:ext cx="1272456" cy="138170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AddReservation.htm</a:t>
            </a:r>
          </a:p>
        </p:txBody>
      </p:sp>
      <p:sp>
        <p:nvSpPr>
          <p:cNvPr id="107" name="Flussdiagramm: Karte 106">
            <a:extLst>
              <a:ext uri="{FF2B5EF4-FFF2-40B4-BE49-F238E27FC236}">
                <a16:creationId xmlns:a16="http://schemas.microsoft.com/office/drawing/2014/main" id="{AF2DA7F0-1CBF-F1DA-C2CD-31C64A1C8B10}"/>
              </a:ext>
            </a:extLst>
          </p:cNvPr>
          <p:cNvSpPr/>
          <p:nvPr/>
        </p:nvSpPr>
        <p:spPr>
          <a:xfrm>
            <a:off x="3133786" y="2833471"/>
            <a:ext cx="1338929" cy="120923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SearchReservation.htm</a:t>
            </a:r>
          </a:p>
        </p:txBody>
      </p:sp>
      <p:sp>
        <p:nvSpPr>
          <p:cNvPr id="108" name="Rechteck 107">
            <a:extLst>
              <a:ext uri="{FF2B5EF4-FFF2-40B4-BE49-F238E27FC236}">
                <a16:creationId xmlns:a16="http://schemas.microsoft.com/office/drawing/2014/main" id="{088CAE5C-DD09-F033-F028-2DC20B0F449B}"/>
              </a:ext>
            </a:extLst>
          </p:cNvPr>
          <p:cNvSpPr/>
          <p:nvPr/>
        </p:nvSpPr>
        <p:spPr>
          <a:xfrm>
            <a:off x="4435690" y="2452057"/>
            <a:ext cx="266659" cy="13924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Flussdiagramm: Karte 108">
            <a:extLst>
              <a:ext uri="{FF2B5EF4-FFF2-40B4-BE49-F238E27FC236}">
                <a16:creationId xmlns:a16="http://schemas.microsoft.com/office/drawing/2014/main" id="{9057D7AE-7227-2E95-9A31-6DACC0DDEBA2}"/>
              </a:ext>
            </a:extLst>
          </p:cNvPr>
          <p:cNvSpPr/>
          <p:nvPr/>
        </p:nvSpPr>
        <p:spPr>
          <a:xfrm>
            <a:off x="3541055" y="3172888"/>
            <a:ext cx="1165665" cy="138835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ReservationList.htm</a:t>
            </a:r>
          </a:p>
        </p:txBody>
      </p:sp>
      <p:sp>
        <p:nvSpPr>
          <p:cNvPr id="110" name="Flussdiagramm: Karte 109">
            <a:extLst>
              <a:ext uri="{FF2B5EF4-FFF2-40B4-BE49-F238E27FC236}">
                <a16:creationId xmlns:a16="http://schemas.microsoft.com/office/drawing/2014/main" id="{5F500F73-63DB-2E27-98CF-2EB23128D38A}"/>
              </a:ext>
            </a:extLst>
          </p:cNvPr>
          <p:cNvSpPr/>
          <p:nvPr/>
        </p:nvSpPr>
        <p:spPr>
          <a:xfrm>
            <a:off x="3618554" y="3342369"/>
            <a:ext cx="1222057" cy="138836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ReservationPrint.htm</a:t>
            </a:r>
          </a:p>
        </p:txBody>
      </p:sp>
      <p:cxnSp>
        <p:nvCxnSpPr>
          <p:cNvPr id="111" name="Gerader Verbinder 110">
            <a:extLst>
              <a:ext uri="{FF2B5EF4-FFF2-40B4-BE49-F238E27FC236}">
                <a16:creationId xmlns:a16="http://schemas.microsoft.com/office/drawing/2014/main" id="{DBFD4325-51F5-5805-8263-7486147F0194}"/>
              </a:ext>
            </a:extLst>
          </p:cNvPr>
          <p:cNvCxnSpPr>
            <a:cxnSpLocks/>
            <a:stCxn id="108" idx="0"/>
          </p:cNvCxnSpPr>
          <p:nvPr/>
        </p:nvCxnSpPr>
        <p:spPr>
          <a:xfrm flipH="1" flipV="1">
            <a:off x="4561787" y="2261196"/>
            <a:ext cx="7233" cy="190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Gerader Verbinder 111">
            <a:extLst>
              <a:ext uri="{FF2B5EF4-FFF2-40B4-BE49-F238E27FC236}">
                <a16:creationId xmlns:a16="http://schemas.microsoft.com/office/drawing/2014/main" id="{C0B2F993-5952-A54C-D10D-3919EB59C8D0}"/>
              </a:ext>
            </a:extLst>
          </p:cNvPr>
          <p:cNvCxnSpPr>
            <a:cxnSpLocks/>
          </p:cNvCxnSpPr>
          <p:nvPr/>
        </p:nvCxnSpPr>
        <p:spPr>
          <a:xfrm>
            <a:off x="5240700" y="2278479"/>
            <a:ext cx="0" cy="155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Gerader Verbinder 112">
            <a:extLst>
              <a:ext uri="{FF2B5EF4-FFF2-40B4-BE49-F238E27FC236}">
                <a16:creationId xmlns:a16="http://schemas.microsoft.com/office/drawing/2014/main" id="{39B69DCB-494F-EF1A-B921-4B239992E372}"/>
              </a:ext>
            </a:extLst>
          </p:cNvPr>
          <p:cNvCxnSpPr>
            <a:cxnSpLocks/>
          </p:cNvCxnSpPr>
          <p:nvPr/>
        </p:nvCxnSpPr>
        <p:spPr>
          <a:xfrm flipV="1">
            <a:off x="5098573" y="2278479"/>
            <a:ext cx="2010" cy="183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hteck 113">
            <a:extLst>
              <a:ext uri="{FF2B5EF4-FFF2-40B4-BE49-F238E27FC236}">
                <a16:creationId xmlns:a16="http://schemas.microsoft.com/office/drawing/2014/main" id="{75C10021-7C85-AB06-92C3-E5A56267AA11}"/>
              </a:ext>
            </a:extLst>
          </p:cNvPr>
          <p:cNvSpPr/>
          <p:nvPr/>
        </p:nvSpPr>
        <p:spPr>
          <a:xfrm>
            <a:off x="4759447" y="2447388"/>
            <a:ext cx="266659" cy="13924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5" name="Gerader Verbinder 114">
            <a:extLst>
              <a:ext uri="{FF2B5EF4-FFF2-40B4-BE49-F238E27FC236}">
                <a16:creationId xmlns:a16="http://schemas.microsoft.com/office/drawing/2014/main" id="{91436C5B-0975-53C5-20B7-1FDEC930FD1B}"/>
              </a:ext>
            </a:extLst>
          </p:cNvPr>
          <p:cNvCxnSpPr>
            <a:cxnSpLocks/>
            <a:stCxn id="114" idx="0"/>
          </p:cNvCxnSpPr>
          <p:nvPr/>
        </p:nvCxnSpPr>
        <p:spPr>
          <a:xfrm flipV="1">
            <a:off x="4892777" y="2261196"/>
            <a:ext cx="0" cy="186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chteck 128">
            <a:extLst>
              <a:ext uri="{FF2B5EF4-FFF2-40B4-BE49-F238E27FC236}">
                <a16:creationId xmlns:a16="http://schemas.microsoft.com/office/drawing/2014/main" id="{E8AF8283-DE39-516B-4080-5919B46BA8EE}"/>
              </a:ext>
            </a:extLst>
          </p:cNvPr>
          <p:cNvSpPr/>
          <p:nvPr/>
        </p:nvSpPr>
        <p:spPr>
          <a:xfrm>
            <a:off x="9553995" y="1345082"/>
            <a:ext cx="1908018" cy="3092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ReservationLayout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Rechteck 129">
            <a:extLst>
              <a:ext uri="{FF2B5EF4-FFF2-40B4-BE49-F238E27FC236}">
                <a16:creationId xmlns:a16="http://schemas.microsoft.com/office/drawing/2014/main" id="{4773F777-AF13-4C2D-D4F1-5BFE5659B088}"/>
              </a:ext>
            </a:extLst>
          </p:cNvPr>
          <p:cNvSpPr/>
          <p:nvPr/>
        </p:nvSpPr>
        <p:spPr>
          <a:xfrm>
            <a:off x="9553995" y="1744967"/>
            <a:ext cx="1908018" cy="37501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Tischplan/Layout</a:t>
            </a:r>
          </a:p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Spagi_76_Chairs_V_3</a:t>
            </a:r>
          </a:p>
        </p:txBody>
      </p:sp>
      <p:cxnSp>
        <p:nvCxnSpPr>
          <p:cNvPr id="131" name="Gerader Verbinder 130">
            <a:extLst>
              <a:ext uri="{FF2B5EF4-FFF2-40B4-BE49-F238E27FC236}">
                <a16:creationId xmlns:a16="http://schemas.microsoft.com/office/drawing/2014/main" id="{6D3997B5-5005-D384-A845-15C7923826F5}"/>
              </a:ext>
            </a:extLst>
          </p:cNvPr>
          <p:cNvCxnSpPr>
            <a:cxnSpLocks/>
            <a:stCxn id="145" idx="0"/>
          </p:cNvCxnSpPr>
          <p:nvPr/>
        </p:nvCxnSpPr>
        <p:spPr>
          <a:xfrm flipV="1">
            <a:off x="10703679" y="2193800"/>
            <a:ext cx="43405" cy="1089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Gerader Verbinder 132">
            <a:extLst>
              <a:ext uri="{FF2B5EF4-FFF2-40B4-BE49-F238E27FC236}">
                <a16:creationId xmlns:a16="http://schemas.microsoft.com/office/drawing/2014/main" id="{87488CF8-1A91-0E52-6DC6-7C2BB1951027}"/>
              </a:ext>
            </a:extLst>
          </p:cNvPr>
          <p:cNvCxnSpPr>
            <a:cxnSpLocks/>
            <a:stCxn id="140" idx="0"/>
          </p:cNvCxnSpPr>
          <p:nvPr/>
        </p:nvCxnSpPr>
        <p:spPr>
          <a:xfrm flipV="1">
            <a:off x="10060999" y="2186301"/>
            <a:ext cx="0" cy="2028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Gerader Verbinder 133">
            <a:extLst>
              <a:ext uri="{FF2B5EF4-FFF2-40B4-BE49-F238E27FC236}">
                <a16:creationId xmlns:a16="http://schemas.microsoft.com/office/drawing/2014/main" id="{36A6A95E-985F-BDF5-4E83-7C501EE4A9CE}"/>
              </a:ext>
            </a:extLst>
          </p:cNvPr>
          <p:cNvCxnSpPr>
            <a:cxnSpLocks/>
          </p:cNvCxnSpPr>
          <p:nvPr/>
        </p:nvCxnSpPr>
        <p:spPr>
          <a:xfrm>
            <a:off x="10049776" y="2186301"/>
            <a:ext cx="1767062" cy="320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Gerader Verbinder 134">
            <a:extLst>
              <a:ext uri="{FF2B5EF4-FFF2-40B4-BE49-F238E27FC236}">
                <a16:creationId xmlns:a16="http://schemas.microsoft.com/office/drawing/2014/main" id="{B5A30088-2336-BFE5-3B7B-79AF2820422E}"/>
              </a:ext>
            </a:extLst>
          </p:cNvPr>
          <p:cNvCxnSpPr>
            <a:cxnSpLocks/>
          </p:cNvCxnSpPr>
          <p:nvPr/>
        </p:nvCxnSpPr>
        <p:spPr>
          <a:xfrm flipV="1">
            <a:off x="11631966" y="2210496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Gerader Verbinder 135">
            <a:extLst>
              <a:ext uri="{FF2B5EF4-FFF2-40B4-BE49-F238E27FC236}">
                <a16:creationId xmlns:a16="http://schemas.microsoft.com/office/drawing/2014/main" id="{C15FF413-63FA-E2CC-17A7-844BA24BC153}"/>
              </a:ext>
            </a:extLst>
          </p:cNvPr>
          <p:cNvCxnSpPr>
            <a:cxnSpLocks/>
            <a:stCxn id="141" idx="0"/>
          </p:cNvCxnSpPr>
          <p:nvPr/>
        </p:nvCxnSpPr>
        <p:spPr>
          <a:xfrm flipV="1">
            <a:off x="10165975" y="2186301"/>
            <a:ext cx="12969" cy="403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Gerader Verbinder 136">
            <a:extLst>
              <a:ext uri="{FF2B5EF4-FFF2-40B4-BE49-F238E27FC236}">
                <a16:creationId xmlns:a16="http://schemas.microsoft.com/office/drawing/2014/main" id="{35D6B1C5-2E28-3DA7-1C22-0EC2FA3EB96F}"/>
              </a:ext>
            </a:extLst>
          </p:cNvPr>
          <p:cNvCxnSpPr>
            <a:cxnSpLocks/>
            <a:stCxn id="142" idx="0"/>
          </p:cNvCxnSpPr>
          <p:nvPr/>
        </p:nvCxnSpPr>
        <p:spPr>
          <a:xfrm flipV="1">
            <a:off x="10277347" y="2186301"/>
            <a:ext cx="0" cy="5878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72D1DC6A-E0BA-CED3-B87D-4788FFDB36FB}"/>
              </a:ext>
            </a:extLst>
          </p:cNvPr>
          <p:cNvCxnSpPr>
            <a:cxnSpLocks/>
          </p:cNvCxnSpPr>
          <p:nvPr/>
        </p:nvCxnSpPr>
        <p:spPr>
          <a:xfrm flipV="1">
            <a:off x="10442165" y="2193800"/>
            <a:ext cx="0" cy="7375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Flussdiagramm: Karte 138">
            <a:extLst>
              <a:ext uri="{FF2B5EF4-FFF2-40B4-BE49-F238E27FC236}">
                <a16:creationId xmlns:a16="http://schemas.microsoft.com/office/drawing/2014/main" id="{CD3F1FBA-9333-A219-AD09-51DC269980F1}"/>
              </a:ext>
            </a:extLst>
          </p:cNvPr>
          <p:cNvSpPr/>
          <p:nvPr/>
        </p:nvSpPr>
        <p:spPr>
          <a:xfrm>
            <a:off x="10029195" y="2931378"/>
            <a:ext cx="1041878" cy="138835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ShowLayout.htm</a:t>
            </a:r>
          </a:p>
        </p:txBody>
      </p:sp>
      <p:sp>
        <p:nvSpPr>
          <p:cNvPr id="140" name="Flussdiagramm: Karte 139">
            <a:extLst>
              <a:ext uri="{FF2B5EF4-FFF2-40B4-BE49-F238E27FC236}">
                <a16:creationId xmlns:a16="http://schemas.microsoft.com/office/drawing/2014/main" id="{A861B198-C6F2-0164-AC8B-68007B0FC4FD}"/>
              </a:ext>
            </a:extLst>
          </p:cNvPr>
          <p:cNvSpPr/>
          <p:nvPr/>
        </p:nvSpPr>
        <p:spPr>
          <a:xfrm>
            <a:off x="9370559" y="2389184"/>
            <a:ext cx="1380879" cy="138170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MakeReservation.htm </a:t>
            </a:r>
          </a:p>
        </p:txBody>
      </p:sp>
      <p:sp>
        <p:nvSpPr>
          <p:cNvPr id="141" name="Flussdiagramm: Karte 140">
            <a:extLst>
              <a:ext uri="{FF2B5EF4-FFF2-40B4-BE49-F238E27FC236}">
                <a16:creationId xmlns:a16="http://schemas.microsoft.com/office/drawing/2014/main" id="{8AC489CC-F341-5A22-8E70-A05FE5EFE435}"/>
              </a:ext>
            </a:extLst>
          </p:cNvPr>
          <p:cNvSpPr/>
          <p:nvPr/>
        </p:nvSpPr>
        <p:spPr>
          <a:xfrm>
            <a:off x="9529747" y="2589933"/>
            <a:ext cx="1272456" cy="138170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AddReservation.htm</a:t>
            </a:r>
          </a:p>
        </p:txBody>
      </p:sp>
      <p:sp>
        <p:nvSpPr>
          <p:cNvPr id="142" name="Flussdiagramm: Karte 141">
            <a:extLst>
              <a:ext uri="{FF2B5EF4-FFF2-40B4-BE49-F238E27FC236}">
                <a16:creationId xmlns:a16="http://schemas.microsoft.com/office/drawing/2014/main" id="{4718B478-B84C-6665-8D34-30966F10C8C7}"/>
              </a:ext>
            </a:extLst>
          </p:cNvPr>
          <p:cNvSpPr/>
          <p:nvPr/>
        </p:nvSpPr>
        <p:spPr>
          <a:xfrm>
            <a:off x="9607882" y="2774197"/>
            <a:ext cx="1338929" cy="120923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SearchReservation.htm</a:t>
            </a:r>
          </a:p>
        </p:txBody>
      </p:sp>
      <p:sp>
        <p:nvSpPr>
          <p:cNvPr id="143" name="Rechteck 142">
            <a:extLst>
              <a:ext uri="{FF2B5EF4-FFF2-40B4-BE49-F238E27FC236}">
                <a16:creationId xmlns:a16="http://schemas.microsoft.com/office/drawing/2014/main" id="{7CF7B59F-6AB7-BDFB-4DE0-03ADD1B7B0F9}"/>
              </a:ext>
            </a:extLst>
          </p:cNvPr>
          <p:cNvSpPr/>
          <p:nvPr/>
        </p:nvSpPr>
        <p:spPr>
          <a:xfrm>
            <a:off x="10909786" y="2392783"/>
            <a:ext cx="266659" cy="13924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4" name="Flussdiagramm: Karte 143">
            <a:extLst>
              <a:ext uri="{FF2B5EF4-FFF2-40B4-BE49-F238E27FC236}">
                <a16:creationId xmlns:a16="http://schemas.microsoft.com/office/drawing/2014/main" id="{EFA8E69D-D64C-6B3C-6351-60E71C2F5494}"/>
              </a:ext>
            </a:extLst>
          </p:cNvPr>
          <p:cNvSpPr/>
          <p:nvPr/>
        </p:nvSpPr>
        <p:spPr>
          <a:xfrm>
            <a:off x="10015151" y="3113614"/>
            <a:ext cx="1165665" cy="138835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ReservationList.htm</a:t>
            </a:r>
          </a:p>
        </p:txBody>
      </p:sp>
      <p:sp>
        <p:nvSpPr>
          <p:cNvPr id="145" name="Flussdiagramm: Karte 144">
            <a:extLst>
              <a:ext uri="{FF2B5EF4-FFF2-40B4-BE49-F238E27FC236}">
                <a16:creationId xmlns:a16="http://schemas.microsoft.com/office/drawing/2014/main" id="{AF60D54B-1C3C-6DB7-0E24-FE4F8615A1AE}"/>
              </a:ext>
            </a:extLst>
          </p:cNvPr>
          <p:cNvSpPr/>
          <p:nvPr/>
        </p:nvSpPr>
        <p:spPr>
          <a:xfrm>
            <a:off x="10092650" y="3283095"/>
            <a:ext cx="1222057" cy="138836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ReservationPrint.htm</a:t>
            </a:r>
          </a:p>
        </p:txBody>
      </p:sp>
      <p:cxnSp>
        <p:nvCxnSpPr>
          <p:cNvPr id="146" name="Gerader Verbinder 145">
            <a:extLst>
              <a:ext uri="{FF2B5EF4-FFF2-40B4-BE49-F238E27FC236}">
                <a16:creationId xmlns:a16="http://schemas.microsoft.com/office/drawing/2014/main" id="{204EF3D0-F948-BD72-9D89-F9A43892B6C0}"/>
              </a:ext>
            </a:extLst>
          </p:cNvPr>
          <p:cNvCxnSpPr>
            <a:cxnSpLocks/>
            <a:stCxn id="143" idx="0"/>
          </p:cNvCxnSpPr>
          <p:nvPr/>
        </p:nvCxnSpPr>
        <p:spPr>
          <a:xfrm flipH="1" flipV="1">
            <a:off x="11035883" y="2201922"/>
            <a:ext cx="7233" cy="190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Gerader Verbinder 146">
            <a:extLst>
              <a:ext uri="{FF2B5EF4-FFF2-40B4-BE49-F238E27FC236}">
                <a16:creationId xmlns:a16="http://schemas.microsoft.com/office/drawing/2014/main" id="{D4DB7A55-25DC-F610-F622-1A3B47A06140}"/>
              </a:ext>
            </a:extLst>
          </p:cNvPr>
          <p:cNvCxnSpPr>
            <a:cxnSpLocks/>
          </p:cNvCxnSpPr>
          <p:nvPr/>
        </p:nvCxnSpPr>
        <p:spPr>
          <a:xfrm>
            <a:off x="11714796" y="2219205"/>
            <a:ext cx="0" cy="155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Gerader Verbinder 147">
            <a:extLst>
              <a:ext uri="{FF2B5EF4-FFF2-40B4-BE49-F238E27FC236}">
                <a16:creationId xmlns:a16="http://schemas.microsoft.com/office/drawing/2014/main" id="{F344B8D1-D184-3409-2C8E-E153F800887D}"/>
              </a:ext>
            </a:extLst>
          </p:cNvPr>
          <p:cNvCxnSpPr>
            <a:cxnSpLocks/>
          </p:cNvCxnSpPr>
          <p:nvPr/>
        </p:nvCxnSpPr>
        <p:spPr>
          <a:xfrm flipV="1">
            <a:off x="11572669" y="2219205"/>
            <a:ext cx="2010" cy="183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chteck 148">
            <a:extLst>
              <a:ext uri="{FF2B5EF4-FFF2-40B4-BE49-F238E27FC236}">
                <a16:creationId xmlns:a16="http://schemas.microsoft.com/office/drawing/2014/main" id="{D767B8DD-C987-E6EF-D94A-FB351AB6F9F2}"/>
              </a:ext>
            </a:extLst>
          </p:cNvPr>
          <p:cNvSpPr/>
          <p:nvPr/>
        </p:nvSpPr>
        <p:spPr>
          <a:xfrm>
            <a:off x="11233543" y="2388114"/>
            <a:ext cx="266659" cy="13924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8F4D0457-56EE-4672-CBE2-378E7B94CF65}"/>
              </a:ext>
            </a:extLst>
          </p:cNvPr>
          <p:cNvCxnSpPr>
            <a:cxnSpLocks/>
            <a:stCxn id="149" idx="0"/>
          </p:cNvCxnSpPr>
          <p:nvPr/>
        </p:nvCxnSpPr>
        <p:spPr>
          <a:xfrm flipV="1">
            <a:off x="11366873" y="2201922"/>
            <a:ext cx="0" cy="186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Rechteck: eine Ecke abgeschnitten 155">
            <a:extLst>
              <a:ext uri="{FF2B5EF4-FFF2-40B4-BE49-F238E27FC236}">
                <a16:creationId xmlns:a16="http://schemas.microsoft.com/office/drawing/2014/main" id="{E8256AB1-FB54-BB0A-1C20-92D17BD2313B}"/>
              </a:ext>
            </a:extLst>
          </p:cNvPr>
          <p:cNvSpPr/>
          <p:nvPr/>
        </p:nvSpPr>
        <p:spPr>
          <a:xfrm>
            <a:off x="5568494" y="1548751"/>
            <a:ext cx="818505" cy="1185431"/>
          </a:xfrm>
          <a:prstGeom prst="snip1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XML Datei</a:t>
            </a: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7" name="Picture 2" descr="Tischplan generieren">
            <a:extLst>
              <a:ext uri="{FF2B5EF4-FFF2-40B4-BE49-F238E27FC236}">
                <a16:creationId xmlns:a16="http://schemas.microsoft.com/office/drawing/2014/main" id="{6BB7E80B-88C5-3D97-7AFC-9FDA2F349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7256" y="1668480"/>
            <a:ext cx="1460307" cy="1185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8" name="Pfeil: nach rechts 157">
            <a:extLst>
              <a:ext uri="{FF2B5EF4-FFF2-40B4-BE49-F238E27FC236}">
                <a16:creationId xmlns:a16="http://schemas.microsoft.com/office/drawing/2014/main" id="{7F728C05-3A35-6775-9B3D-567038A8E162}"/>
              </a:ext>
            </a:extLst>
          </p:cNvPr>
          <p:cNvSpPr/>
          <p:nvPr/>
        </p:nvSpPr>
        <p:spPr>
          <a:xfrm>
            <a:off x="6455946" y="2078316"/>
            <a:ext cx="623944" cy="365760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59" name="Pfeil: nach rechts 158">
            <a:extLst>
              <a:ext uri="{FF2B5EF4-FFF2-40B4-BE49-F238E27FC236}">
                <a16:creationId xmlns:a16="http://schemas.microsoft.com/office/drawing/2014/main" id="{337F9E1A-AB06-0AEE-3911-D84EF5FA04A9}"/>
              </a:ext>
            </a:extLst>
          </p:cNvPr>
          <p:cNvSpPr/>
          <p:nvPr/>
        </p:nvSpPr>
        <p:spPr>
          <a:xfrm>
            <a:off x="8714929" y="2078316"/>
            <a:ext cx="623944" cy="365760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C7631B1-A38D-F360-3FDF-AB4E3F306729}"/>
              </a:ext>
            </a:extLst>
          </p:cNvPr>
          <p:cNvSpPr/>
          <p:nvPr/>
        </p:nvSpPr>
        <p:spPr>
          <a:xfrm>
            <a:off x="965742" y="5073404"/>
            <a:ext cx="1908018" cy="37501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Tischplan/Layout</a:t>
            </a:r>
          </a:p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Spagi_76_Chairs_V_1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53E08F71-09C4-C00E-8844-6ABAB8130E65}"/>
              </a:ext>
            </a:extLst>
          </p:cNvPr>
          <p:cNvCxnSpPr>
            <a:cxnSpLocks/>
          </p:cNvCxnSpPr>
          <p:nvPr/>
        </p:nvCxnSpPr>
        <p:spPr>
          <a:xfrm>
            <a:off x="1902487" y="5042656"/>
            <a:ext cx="14064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hteck 20">
            <a:extLst>
              <a:ext uri="{FF2B5EF4-FFF2-40B4-BE49-F238E27FC236}">
                <a16:creationId xmlns:a16="http://schemas.microsoft.com/office/drawing/2014/main" id="{55F6355A-9870-82E1-FBC7-EBE1558B4C52}"/>
              </a:ext>
            </a:extLst>
          </p:cNvPr>
          <p:cNvSpPr/>
          <p:nvPr/>
        </p:nvSpPr>
        <p:spPr>
          <a:xfrm>
            <a:off x="1010438" y="4682658"/>
            <a:ext cx="1908018" cy="3092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</a:t>
            </a:r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90F44C66-13FF-525F-F5E3-301549A3189A}"/>
              </a:ext>
            </a:extLst>
          </p:cNvPr>
          <p:cNvCxnSpPr>
            <a:cxnSpLocks/>
          </p:cNvCxnSpPr>
          <p:nvPr/>
        </p:nvCxnSpPr>
        <p:spPr>
          <a:xfrm>
            <a:off x="3268272" y="5049148"/>
            <a:ext cx="0" cy="155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hteck 25">
            <a:extLst>
              <a:ext uri="{FF2B5EF4-FFF2-40B4-BE49-F238E27FC236}">
                <a16:creationId xmlns:a16="http://schemas.microsoft.com/office/drawing/2014/main" id="{804CED81-3959-84F2-C8EC-43B63D79C27C}"/>
              </a:ext>
            </a:extLst>
          </p:cNvPr>
          <p:cNvSpPr/>
          <p:nvPr/>
        </p:nvSpPr>
        <p:spPr>
          <a:xfrm>
            <a:off x="1737842" y="5587158"/>
            <a:ext cx="506079" cy="2254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XML</a:t>
            </a:r>
          </a:p>
        </p:txBody>
      </p:sp>
      <p:sp>
        <p:nvSpPr>
          <p:cNvPr id="27" name="Flussdiagramm: Karte 26">
            <a:extLst>
              <a:ext uri="{FF2B5EF4-FFF2-40B4-BE49-F238E27FC236}">
                <a16:creationId xmlns:a16="http://schemas.microsoft.com/office/drawing/2014/main" id="{57140212-1EB2-8C6A-D0FA-619560A45E53}"/>
              </a:ext>
            </a:extLst>
          </p:cNvPr>
          <p:cNvSpPr/>
          <p:nvPr/>
        </p:nvSpPr>
        <p:spPr>
          <a:xfrm>
            <a:off x="1112400" y="5885486"/>
            <a:ext cx="1781712" cy="252895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Spagi_76_Chairs_V_1.xml</a:t>
            </a:r>
          </a:p>
        </p:txBody>
      </p:sp>
      <p:pic>
        <p:nvPicPr>
          <p:cNvPr id="37" name="Grafik 36">
            <a:extLst>
              <a:ext uri="{FF2B5EF4-FFF2-40B4-BE49-F238E27FC236}">
                <a16:creationId xmlns:a16="http://schemas.microsoft.com/office/drawing/2014/main" id="{6EECE093-45AD-6EB2-2B9E-7DC6AF73A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6544" y="4490640"/>
            <a:ext cx="1355540" cy="2012659"/>
          </a:xfrm>
          <a:prstGeom prst="rect">
            <a:avLst/>
          </a:prstGeom>
        </p:spPr>
      </p:pic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1D3A9120-342A-A6CE-74C1-D289B6B59FA0}"/>
              </a:ext>
            </a:extLst>
          </p:cNvPr>
          <p:cNvCxnSpPr>
            <a:cxnSpLocks/>
          </p:cNvCxnSpPr>
          <p:nvPr/>
        </p:nvCxnSpPr>
        <p:spPr>
          <a:xfrm flipH="1" flipV="1">
            <a:off x="6677720" y="4797617"/>
            <a:ext cx="7233" cy="190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B6CAC9F7-838B-1A06-6B51-4265E4B0DD08}"/>
              </a:ext>
            </a:extLst>
          </p:cNvPr>
          <p:cNvCxnSpPr>
            <a:cxnSpLocks/>
          </p:cNvCxnSpPr>
          <p:nvPr/>
        </p:nvCxnSpPr>
        <p:spPr>
          <a:xfrm flipV="1">
            <a:off x="5390229" y="4407061"/>
            <a:ext cx="5338" cy="507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5CA5B796-0997-9311-B2BD-60E4CB5D8331}"/>
              </a:ext>
            </a:extLst>
          </p:cNvPr>
          <p:cNvCxnSpPr>
            <a:cxnSpLocks/>
          </p:cNvCxnSpPr>
          <p:nvPr/>
        </p:nvCxnSpPr>
        <p:spPr>
          <a:xfrm flipV="1">
            <a:off x="5861167" y="4982406"/>
            <a:ext cx="0" cy="2028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49EE8B51-9167-9FB0-3955-C597F2AF23D5}"/>
              </a:ext>
            </a:extLst>
          </p:cNvPr>
          <p:cNvCxnSpPr>
            <a:cxnSpLocks/>
          </p:cNvCxnSpPr>
          <p:nvPr/>
        </p:nvCxnSpPr>
        <p:spPr>
          <a:xfrm>
            <a:off x="5704470" y="4982406"/>
            <a:ext cx="1767062" cy="320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hteck 44">
            <a:extLst>
              <a:ext uri="{FF2B5EF4-FFF2-40B4-BE49-F238E27FC236}">
                <a16:creationId xmlns:a16="http://schemas.microsoft.com/office/drawing/2014/main" id="{0C217B39-3DB7-1BCC-DBB5-F7934B835FE0}"/>
              </a:ext>
            </a:extLst>
          </p:cNvPr>
          <p:cNvSpPr/>
          <p:nvPr/>
        </p:nvSpPr>
        <p:spPr>
          <a:xfrm>
            <a:off x="5586500" y="4478463"/>
            <a:ext cx="1908018" cy="37501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Tischplan/Layout</a:t>
            </a:r>
          </a:p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Spagi_76_Chairs_V_2</a:t>
            </a:r>
          </a:p>
        </p:txBody>
      </p: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EE3DE432-4510-37BB-8A08-099B39B006C6}"/>
              </a:ext>
            </a:extLst>
          </p:cNvPr>
          <p:cNvCxnSpPr>
            <a:cxnSpLocks/>
          </p:cNvCxnSpPr>
          <p:nvPr/>
        </p:nvCxnSpPr>
        <p:spPr>
          <a:xfrm flipH="1" flipV="1">
            <a:off x="6035944" y="4998027"/>
            <a:ext cx="7233" cy="190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5EF68CB4-4B0C-2D7A-CD8D-13C46867023A}"/>
              </a:ext>
            </a:extLst>
          </p:cNvPr>
          <p:cNvCxnSpPr>
            <a:cxnSpLocks/>
          </p:cNvCxnSpPr>
          <p:nvPr/>
        </p:nvCxnSpPr>
        <p:spPr>
          <a:xfrm>
            <a:off x="7234407" y="5015310"/>
            <a:ext cx="0" cy="1555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9BF780EB-37E7-79DA-C680-E0F5A15D2285}"/>
              </a:ext>
            </a:extLst>
          </p:cNvPr>
          <p:cNvCxnSpPr>
            <a:cxnSpLocks/>
          </p:cNvCxnSpPr>
          <p:nvPr/>
        </p:nvCxnSpPr>
        <p:spPr>
          <a:xfrm flipV="1">
            <a:off x="6553972" y="4998027"/>
            <a:ext cx="0" cy="186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hteck 64">
            <a:extLst>
              <a:ext uri="{FF2B5EF4-FFF2-40B4-BE49-F238E27FC236}">
                <a16:creationId xmlns:a16="http://schemas.microsoft.com/office/drawing/2014/main" id="{3FD012B0-9888-E4B2-2BA9-97A9DB4B40A6}"/>
              </a:ext>
            </a:extLst>
          </p:cNvPr>
          <p:cNvSpPr/>
          <p:nvPr/>
        </p:nvSpPr>
        <p:spPr>
          <a:xfrm>
            <a:off x="6173689" y="5188651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SaisonXML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6C4EF191-F50B-F4A3-6B4C-A2E8A7C5B214}"/>
              </a:ext>
            </a:extLst>
          </p:cNvPr>
          <p:cNvSpPr txBox="1"/>
          <p:nvPr/>
        </p:nvSpPr>
        <p:spPr>
          <a:xfrm>
            <a:off x="5904712" y="5490746"/>
            <a:ext cx="1377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program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</a:t>
            </a:r>
            <a:endParaRPr lang="de-CH" sz="800" b="1" dirty="0">
              <a:latin typeface="Aptos Narrow" panose="020B0004020202020204" pitchFamily="34" charset="0"/>
            </a:endParaRPr>
          </a:p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reservation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files</a:t>
            </a:r>
            <a:endParaRPr lang="de-CH" sz="800" b="1" dirty="0">
              <a:latin typeface="Aptos Narrow" panose="020B0004020202020204" pitchFamily="34" charset="0"/>
            </a:endParaRPr>
          </a:p>
        </p:txBody>
      </p:sp>
      <p:sp>
        <p:nvSpPr>
          <p:cNvPr id="67" name="Flussdiagramm: Karte 66">
            <a:extLst>
              <a:ext uri="{FF2B5EF4-FFF2-40B4-BE49-F238E27FC236}">
                <a16:creationId xmlns:a16="http://schemas.microsoft.com/office/drawing/2014/main" id="{7E6DF4BC-5D88-B361-75B8-7C4CACE1195C}"/>
              </a:ext>
            </a:extLst>
          </p:cNvPr>
          <p:cNvSpPr/>
          <p:nvPr/>
        </p:nvSpPr>
        <p:spPr>
          <a:xfrm>
            <a:off x="9369054" y="5610027"/>
            <a:ext cx="1041878" cy="138835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ShowLayout.htm</a:t>
            </a:r>
          </a:p>
        </p:txBody>
      </p:sp>
      <p:sp>
        <p:nvSpPr>
          <p:cNvPr id="68" name="Flussdiagramm: Karte 67">
            <a:extLst>
              <a:ext uri="{FF2B5EF4-FFF2-40B4-BE49-F238E27FC236}">
                <a16:creationId xmlns:a16="http://schemas.microsoft.com/office/drawing/2014/main" id="{B4696D59-26C6-422E-DDAD-8ADDBF3F27BA}"/>
              </a:ext>
            </a:extLst>
          </p:cNvPr>
          <p:cNvSpPr/>
          <p:nvPr/>
        </p:nvSpPr>
        <p:spPr>
          <a:xfrm>
            <a:off x="8710418" y="5067833"/>
            <a:ext cx="1380879" cy="138170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MakeReservation.htm </a:t>
            </a:r>
          </a:p>
        </p:txBody>
      </p:sp>
      <p:sp>
        <p:nvSpPr>
          <p:cNvPr id="69" name="Flussdiagramm: Karte 68">
            <a:extLst>
              <a:ext uri="{FF2B5EF4-FFF2-40B4-BE49-F238E27FC236}">
                <a16:creationId xmlns:a16="http://schemas.microsoft.com/office/drawing/2014/main" id="{A7D4734F-7754-609E-DEDE-E697EF92ECD7}"/>
              </a:ext>
            </a:extLst>
          </p:cNvPr>
          <p:cNvSpPr/>
          <p:nvPr/>
        </p:nvSpPr>
        <p:spPr>
          <a:xfrm>
            <a:off x="8869606" y="5268582"/>
            <a:ext cx="1272456" cy="138170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AddReservation.htm</a:t>
            </a:r>
          </a:p>
        </p:txBody>
      </p:sp>
      <p:sp>
        <p:nvSpPr>
          <p:cNvPr id="70" name="Flussdiagramm: Karte 69">
            <a:extLst>
              <a:ext uri="{FF2B5EF4-FFF2-40B4-BE49-F238E27FC236}">
                <a16:creationId xmlns:a16="http://schemas.microsoft.com/office/drawing/2014/main" id="{BCA66D81-464A-A462-6305-9D3988EEF71B}"/>
              </a:ext>
            </a:extLst>
          </p:cNvPr>
          <p:cNvSpPr/>
          <p:nvPr/>
        </p:nvSpPr>
        <p:spPr>
          <a:xfrm>
            <a:off x="8947741" y="5452846"/>
            <a:ext cx="1338929" cy="120923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SearchReservation.htm</a:t>
            </a:r>
          </a:p>
        </p:txBody>
      </p:sp>
      <p:sp>
        <p:nvSpPr>
          <p:cNvPr id="71" name="Flussdiagramm: Karte 70">
            <a:extLst>
              <a:ext uri="{FF2B5EF4-FFF2-40B4-BE49-F238E27FC236}">
                <a16:creationId xmlns:a16="http://schemas.microsoft.com/office/drawing/2014/main" id="{8AD338E0-9208-E12D-FB81-0D69958D75E6}"/>
              </a:ext>
            </a:extLst>
          </p:cNvPr>
          <p:cNvSpPr/>
          <p:nvPr/>
        </p:nvSpPr>
        <p:spPr>
          <a:xfrm>
            <a:off x="8496401" y="4848758"/>
            <a:ext cx="1380879" cy="138170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EventReservation.htm </a:t>
            </a:r>
          </a:p>
        </p:txBody>
      </p: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0A01CC40-A9CD-C616-2039-B7B4CF1B3BE5}"/>
              </a:ext>
            </a:extLst>
          </p:cNvPr>
          <p:cNvCxnSpPr>
            <a:cxnSpLocks/>
          </p:cNvCxnSpPr>
          <p:nvPr/>
        </p:nvCxnSpPr>
        <p:spPr>
          <a:xfrm flipH="1" flipV="1">
            <a:off x="9348674" y="4455867"/>
            <a:ext cx="7233" cy="190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5A056AA1-C520-8934-1B79-647E611920CF}"/>
              </a:ext>
            </a:extLst>
          </p:cNvPr>
          <p:cNvCxnSpPr>
            <a:cxnSpLocks/>
          </p:cNvCxnSpPr>
          <p:nvPr/>
        </p:nvCxnSpPr>
        <p:spPr>
          <a:xfrm>
            <a:off x="8973356" y="4646543"/>
            <a:ext cx="11732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hteck 74">
            <a:extLst>
              <a:ext uri="{FF2B5EF4-FFF2-40B4-BE49-F238E27FC236}">
                <a16:creationId xmlns:a16="http://schemas.microsoft.com/office/drawing/2014/main" id="{0E52EE55-829F-93F3-D124-623DA3EEDE08}"/>
              </a:ext>
            </a:extLst>
          </p:cNvPr>
          <p:cNvSpPr/>
          <p:nvPr/>
        </p:nvSpPr>
        <p:spPr>
          <a:xfrm>
            <a:off x="8472824" y="4129651"/>
            <a:ext cx="1908018" cy="37501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Tischplan/Layout</a:t>
            </a:r>
          </a:p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Spagi_76_Chairs_V_2</a:t>
            </a:r>
          </a:p>
        </p:txBody>
      </p: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B89ADD1B-B55A-26A2-3091-B8CF1186BC34}"/>
              </a:ext>
            </a:extLst>
          </p:cNvPr>
          <p:cNvCxnSpPr>
            <a:cxnSpLocks/>
          </p:cNvCxnSpPr>
          <p:nvPr/>
        </p:nvCxnSpPr>
        <p:spPr>
          <a:xfrm flipV="1">
            <a:off x="9224926" y="4649215"/>
            <a:ext cx="0" cy="186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0130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98BA5D2-9401-1163-EE06-6F464402DB93}"/>
              </a:ext>
            </a:extLst>
          </p:cNvPr>
          <p:cNvSpPr txBox="1"/>
          <p:nvPr/>
        </p:nvSpPr>
        <p:spPr>
          <a:xfrm>
            <a:off x="0" y="187288"/>
            <a:ext cx="64337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UtilCopyArray.js and UtilCopyArrayData.js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E99447E-898B-3CD9-E9A3-94958B27BD6C}"/>
              </a:ext>
            </a:extLst>
          </p:cNvPr>
          <p:cNvSpPr/>
          <p:nvPr/>
        </p:nvSpPr>
        <p:spPr>
          <a:xfrm>
            <a:off x="951419" y="1952749"/>
            <a:ext cx="3963855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static</a:t>
            </a:r>
            <a:r>
              <a:rPr lang="de-CH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UtilCopyArray</a:t>
            </a:r>
            <a:endParaRPr lang="de-CH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 or move files based on class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UtilFiles</a:t>
            </a:r>
            <a:endParaRPr lang="de-CH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09D0AD8-40B4-EED7-9C01-7C53AA456C05}"/>
              </a:ext>
            </a:extLst>
          </p:cNvPr>
          <p:cNvSpPr/>
          <p:nvPr/>
        </p:nvSpPr>
        <p:spPr>
          <a:xfrm>
            <a:off x="951419" y="2523218"/>
            <a:ext cx="3963855" cy="422988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copyFilesCreateDirs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Copy files and create directories 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checkInput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Checks the input data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checkIfOriginDirExists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Checks if the origin directory exists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checkIfTargetDirExists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Checks if the target directory exists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createTargetDir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Create the target main directory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getExistingDirsRecursive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Get the directories that exist and that not yet exist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dirExists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Append directory to  </a:t>
            </a:r>
            <a:r>
              <a:rPr lang="en-U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m_abs_target_dir_existing_array</a:t>
            </a:r>
            <a:endParaRPr lang="en-US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dirExistsNot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Append directory to </a:t>
            </a:r>
            <a:r>
              <a:rPr lang="en-U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m_abs_target_dir_not_existing_array</a:t>
            </a:r>
            <a:endParaRPr lang="en-US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createDirsRecursive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Create directories recursively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copyFilesRecursive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Copy files recursively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finish</a:t>
            </a: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All files have been copied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inputToConsole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input data to console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Debug</a:t>
            </a: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Debug output to the console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41A4B4F-F608-E46B-543B-5B96DB47EA1B}"/>
              </a:ext>
            </a:extLst>
          </p:cNvPr>
          <p:cNvSpPr/>
          <p:nvPr/>
        </p:nvSpPr>
        <p:spPr>
          <a:xfrm>
            <a:off x="5094491" y="1337332"/>
            <a:ext cx="4556136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UtilCopyArrayData</a:t>
            </a:r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Holds data for the class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UtilCopyArray</a:t>
            </a:r>
            <a:endParaRPr lang="de-CH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5BE6421-E24B-AED0-16F7-9CB54499FB8F}"/>
              </a:ext>
            </a:extLst>
          </p:cNvPr>
          <p:cNvSpPr/>
          <p:nvPr/>
        </p:nvSpPr>
        <p:spPr>
          <a:xfrm>
            <a:off x="5094490" y="1907801"/>
            <a:ext cx="4556137" cy="486347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m_domain_url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Domain</a:t>
            </a:r>
          </a:p>
          <a:p>
            <a:r>
              <a:rPr lang="fr-FR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m_abs_php_util_file_dir</a:t>
            </a:r>
            <a:endParaRPr lang="fr-FR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Absolute URL the directory with the file </a:t>
            </a:r>
            <a:r>
              <a:rPr lang="en-U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UtilFiles.php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class </a:t>
            </a:r>
            <a:r>
              <a:rPr lang="en-U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UtiFiles</a:t>
            </a:r>
            <a:endParaRPr lang="en-US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m_abs_origin_dir_url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Absolute URL to the origin directory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m_abs_target_dir_url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Absolute URL to the target directory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m_abs_target_php_dir_url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Absolute URL to the target </a:t>
            </a:r>
            <a:r>
              <a:rPr lang="en-U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UtilFiles.php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directory 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m_php_file_name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'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UtilFiles.php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Name of the PHP file used by class </a:t>
            </a:r>
            <a:r>
              <a:rPr lang="en-U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UtilFiles</a:t>
            </a:r>
            <a:endParaRPr lang="en-US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m_abs_origin_scripts_dir_url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Absolute URL to the origin </a:t>
            </a:r>
            <a:r>
              <a:rPr lang="en-U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scripts_directory</a:t>
            </a:r>
            <a:endParaRPr lang="en-US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m_input_target_file_url_array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Input target file URL array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m_abs_origin_file_url_array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Absolute origin file URL array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m_abs_target_file_url_array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Absolute target file URL array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m_bool_delete_origin_file_array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Array of </a:t>
            </a:r>
            <a:r>
              <a:rPr lang="en-U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booleans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delete origin file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m_abs_target_dir_array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Array of absolute target directories that shall be created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m_abs_target_dir_existing_array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Array of existing directories that already exist</a:t>
            </a: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Data is set by </a:t>
            </a:r>
            <a:r>
              <a:rPr lang="en-U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UtilCopyArray</a:t>
            </a:r>
            <a:endParaRPr lang="en-US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m_abs_target_dir_not_existing_array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Array of not existing directories that shall be created</a:t>
            </a: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Data is set by </a:t>
            </a:r>
            <a:r>
              <a:rPr lang="en-U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UtilCopyArray</a:t>
            </a:r>
            <a:endParaRPr lang="en-US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D1D8D1C-2247-B22E-0F91-B9F89FF629E6}"/>
              </a:ext>
            </a:extLst>
          </p:cNvPr>
          <p:cNvSpPr/>
          <p:nvPr/>
        </p:nvSpPr>
        <p:spPr>
          <a:xfrm>
            <a:off x="951419" y="1337332"/>
            <a:ext cx="3963855" cy="5522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g_util_copy_array_data</a:t>
            </a:r>
            <a:endParaRPr lang="de-CH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CH" sz="14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  <a:r>
              <a:rPr lang="de-CH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lang="de-CH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4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UtilCopyArrayData</a:t>
            </a:r>
            <a:endParaRPr lang="de-CH" sz="14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099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0B0E4C48-E5E3-50B0-722E-1FF60AA68ED7}"/>
              </a:ext>
            </a:extLst>
          </p:cNvPr>
          <p:cNvSpPr/>
          <p:nvPr/>
        </p:nvSpPr>
        <p:spPr>
          <a:xfrm>
            <a:off x="3974800" y="1444587"/>
            <a:ext cx="3226097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NewSeasonData</a:t>
            </a:r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creation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season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files</a:t>
            </a:r>
            <a:endParaRPr lang="de-CH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F2BD684-42AF-27A2-400D-704893551E18}"/>
              </a:ext>
            </a:extLst>
          </p:cNvPr>
          <p:cNvSpPr/>
          <p:nvPr/>
        </p:nvSpPr>
        <p:spPr>
          <a:xfrm>
            <a:off x="3974800" y="2015056"/>
            <a:ext cx="3226099" cy="38765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m_main_dir_name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Name of the server main directory name:</a:t>
            </a: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ReservationLayout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or Reservation</a:t>
            </a:r>
          </a:p>
          <a:p>
            <a:endParaRPr lang="en-US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getMainDir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setMainDir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i_main_dir_name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m_result_directory_name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Name of the server result directory name</a:t>
            </a: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For instance Spagi_76_Chairs_V_2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getResultDir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setResultDir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i_result_directory_name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m_data_is_valid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Flag telling if the input data is valid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checkData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Checks the data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dataIsValid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Returns true if the data is valid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55EE7E9-B8FA-E371-42E7-81970FCB10AB}"/>
              </a:ext>
            </a:extLst>
          </p:cNvPr>
          <p:cNvSpPr/>
          <p:nvPr/>
        </p:nvSpPr>
        <p:spPr>
          <a:xfrm>
            <a:off x="78209" y="1444587"/>
            <a:ext cx="3735254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NewSeasonStorage</a:t>
            </a:r>
            <a:r>
              <a:rPr lang="de-CH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Storage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NewSeasonData</a:t>
            </a:r>
            <a:r>
              <a:rPr lang="de-CH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Computer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89F64E2-5A34-AB99-E7A3-FF365B4615A9}"/>
              </a:ext>
            </a:extLst>
          </p:cNvPr>
          <p:cNvSpPr/>
          <p:nvPr/>
        </p:nvSpPr>
        <p:spPr>
          <a:xfrm>
            <a:off x="78209" y="2015056"/>
            <a:ext cx="3735254" cy="38765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setLocal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i_new_season_data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Sets the new season data as windows local storage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setSession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i_new_season_data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Sets the new season data as windows  session storage</a:t>
            </a: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(not yet used)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getLocal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Returns object </a:t>
            </a:r>
            <a:r>
              <a:rPr lang="en-U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NewSeasonData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from local storage</a:t>
            </a:r>
          </a:p>
          <a:p>
            <a:endParaRPr lang="en-US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getSession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Returns object </a:t>
            </a:r>
            <a:r>
              <a:rPr lang="en-U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NewSeasonData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from session storage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initLocal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Initialization of not yet set storage variables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initSession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Initialization of not yet set  session variables</a:t>
            </a:r>
          </a:p>
          <a:p>
            <a:endParaRPr lang="en-US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keyMainDir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Returns key </a:t>
            </a:r>
            <a:r>
              <a:rPr lang="en-U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organisation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directory name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keyResultDir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Returns key result directory name</a:t>
            </a:r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8295F38-065D-A891-D7C1-514EC6314162}"/>
              </a:ext>
            </a:extLst>
          </p:cNvPr>
          <p:cNvSpPr txBox="1"/>
          <p:nvPr/>
        </p:nvSpPr>
        <p:spPr>
          <a:xfrm>
            <a:off x="0" y="187288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NewSeasonStorage.js</a:t>
            </a:r>
          </a:p>
        </p:txBody>
      </p:sp>
    </p:spTree>
    <p:extLst>
      <p:ext uri="{BB962C8B-B14F-4D97-AF65-F5344CB8AC3E}">
        <p14:creationId xmlns:p14="http://schemas.microsoft.com/office/powerpoint/2010/main" val="3816957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7CEBC9C9-E2A2-F518-F6EF-B6CF20296A69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4296772" y="645246"/>
            <a:ext cx="36146" cy="1418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D60E4EDF-F6F3-4EC8-D6C3-EA780D800D29}"/>
              </a:ext>
            </a:extLst>
          </p:cNvPr>
          <p:cNvCxnSpPr>
            <a:cxnSpLocks/>
            <a:endCxn id="6" idx="2"/>
          </p:cNvCxnSpPr>
          <p:nvPr/>
        </p:nvCxnSpPr>
        <p:spPr>
          <a:xfrm flipH="1" flipV="1">
            <a:off x="3895457" y="450597"/>
            <a:ext cx="1251" cy="194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B09F7E61-6648-D83F-174F-C4BA978A1705}"/>
              </a:ext>
            </a:extLst>
          </p:cNvPr>
          <p:cNvCxnSpPr>
            <a:cxnSpLocks/>
          </p:cNvCxnSpPr>
          <p:nvPr/>
        </p:nvCxnSpPr>
        <p:spPr>
          <a:xfrm flipV="1">
            <a:off x="2039676" y="638108"/>
            <a:ext cx="0" cy="13003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6D293917-8B42-22C6-CC6D-86DE59EA755F}"/>
              </a:ext>
            </a:extLst>
          </p:cNvPr>
          <p:cNvCxnSpPr>
            <a:cxnSpLocks/>
          </p:cNvCxnSpPr>
          <p:nvPr/>
        </p:nvCxnSpPr>
        <p:spPr>
          <a:xfrm>
            <a:off x="2052103" y="638108"/>
            <a:ext cx="3946056" cy="71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D21FE9F8-64B5-4E35-B6EA-05F08AA2ADE4}"/>
              </a:ext>
            </a:extLst>
          </p:cNvPr>
          <p:cNvSpPr/>
          <p:nvPr/>
        </p:nvSpPr>
        <p:spPr>
          <a:xfrm>
            <a:off x="2158329" y="822367"/>
            <a:ext cx="614749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Styles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CED2CE5-7752-9423-530E-0A08F0FF8AAF}"/>
              </a:ext>
            </a:extLst>
          </p:cNvPr>
          <p:cNvSpPr/>
          <p:nvPr/>
        </p:nvSpPr>
        <p:spPr>
          <a:xfrm>
            <a:off x="3034145" y="146305"/>
            <a:ext cx="1722623" cy="30429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ReservationLayout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7" name="Flussdiagramm: Karte 6">
            <a:extLst>
              <a:ext uri="{FF2B5EF4-FFF2-40B4-BE49-F238E27FC236}">
                <a16:creationId xmlns:a16="http://schemas.microsoft.com/office/drawing/2014/main" id="{9B0DED37-95EB-E8FD-77B7-6E12760A6F2F}"/>
              </a:ext>
            </a:extLst>
          </p:cNvPr>
          <p:cNvSpPr/>
          <p:nvPr/>
        </p:nvSpPr>
        <p:spPr>
          <a:xfrm>
            <a:off x="943346" y="1586092"/>
            <a:ext cx="1900965" cy="296211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ReservationNewLayout.htm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F0358E2B-9351-68E2-51D4-F1AEAB64B91E}"/>
              </a:ext>
            </a:extLst>
          </p:cNvPr>
          <p:cNvCxnSpPr>
            <a:cxnSpLocks/>
          </p:cNvCxnSpPr>
          <p:nvPr/>
        </p:nvCxnSpPr>
        <p:spPr>
          <a:xfrm flipV="1">
            <a:off x="2480403" y="638108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88287F10-85B9-5BD7-9EF0-739DE6D80E01}"/>
              </a:ext>
            </a:extLst>
          </p:cNvPr>
          <p:cNvCxnSpPr>
            <a:cxnSpLocks/>
          </p:cNvCxnSpPr>
          <p:nvPr/>
        </p:nvCxnSpPr>
        <p:spPr>
          <a:xfrm flipV="1">
            <a:off x="3816119" y="645246"/>
            <a:ext cx="0" cy="204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100BE514-10CF-EB50-FA31-9FE4FE2A30AE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5998159" y="638169"/>
            <a:ext cx="0" cy="201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388A52DD-3BF4-EF5A-CFA3-A93ED2D5B2AC}"/>
              </a:ext>
            </a:extLst>
          </p:cNvPr>
          <p:cNvSpPr/>
          <p:nvPr/>
        </p:nvSpPr>
        <p:spPr>
          <a:xfrm>
            <a:off x="5526508" y="840085"/>
            <a:ext cx="943302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F422BE50-7688-C463-3D87-63D61DCAA392}"/>
              </a:ext>
            </a:extLst>
          </p:cNvPr>
          <p:cNvCxnSpPr>
            <a:cxnSpLocks/>
          </p:cNvCxnSpPr>
          <p:nvPr/>
        </p:nvCxnSpPr>
        <p:spPr>
          <a:xfrm flipV="1">
            <a:off x="7581010" y="5536912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hteck 12">
            <a:extLst>
              <a:ext uri="{FF2B5EF4-FFF2-40B4-BE49-F238E27FC236}">
                <a16:creationId xmlns:a16="http://schemas.microsoft.com/office/drawing/2014/main" id="{0DAAC154-60E0-2A5E-3A17-31F66DEEBF53}"/>
              </a:ext>
            </a:extLst>
          </p:cNvPr>
          <p:cNvSpPr/>
          <p:nvPr/>
        </p:nvSpPr>
        <p:spPr>
          <a:xfrm>
            <a:off x="2835461" y="831850"/>
            <a:ext cx="585933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jQuery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2BDDBDDC-F345-9FDF-A258-B8708A7F435B}"/>
              </a:ext>
            </a:extLst>
          </p:cNvPr>
          <p:cNvCxnSpPr>
            <a:cxnSpLocks/>
          </p:cNvCxnSpPr>
          <p:nvPr/>
        </p:nvCxnSpPr>
        <p:spPr>
          <a:xfrm flipV="1">
            <a:off x="3138084" y="647591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866E53A6-DBFA-5E2C-14E1-C4DE291EED02}"/>
              </a:ext>
            </a:extLst>
          </p:cNvPr>
          <p:cNvCxnSpPr>
            <a:cxnSpLocks/>
          </p:cNvCxnSpPr>
          <p:nvPr/>
        </p:nvCxnSpPr>
        <p:spPr>
          <a:xfrm flipV="1">
            <a:off x="8497566" y="5787135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D7C89C56-26D7-0638-6069-5BD9A293D94F}"/>
              </a:ext>
            </a:extLst>
          </p:cNvPr>
          <p:cNvCxnSpPr>
            <a:cxnSpLocks/>
          </p:cNvCxnSpPr>
          <p:nvPr/>
        </p:nvCxnSpPr>
        <p:spPr>
          <a:xfrm flipH="1" flipV="1">
            <a:off x="6518207" y="450597"/>
            <a:ext cx="47559" cy="5624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1D29CF29-F7BB-9B55-629B-24083E63893C}"/>
              </a:ext>
            </a:extLst>
          </p:cNvPr>
          <p:cNvCxnSpPr>
            <a:cxnSpLocks/>
          </p:cNvCxnSpPr>
          <p:nvPr/>
        </p:nvCxnSpPr>
        <p:spPr>
          <a:xfrm flipH="1" flipV="1">
            <a:off x="885436" y="247990"/>
            <a:ext cx="47559" cy="56240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693B7339-15E0-49E5-0EF9-10A3ED2D9D11}"/>
              </a:ext>
            </a:extLst>
          </p:cNvPr>
          <p:cNvSpPr/>
          <p:nvPr/>
        </p:nvSpPr>
        <p:spPr>
          <a:xfrm>
            <a:off x="3486886" y="837080"/>
            <a:ext cx="639615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Scripts</a:t>
            </a: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F1415958-6980-B0B9-7403-8F1FABA043FB}"/>
              </a:ext>
            </a:extLst>
          </p:cNvPr>
          <p:cNvCxnSpPr>
            <a:cxnSpLocks/>
          </p:cNvCxnSpPr>
          <p:nvPr/>
        </p:nvCxnSpPr>
        <p:spPr>
          <a:xfrm flipV="1">
            <a:off x="5261281" y="638108"/>
            <a:ext cx="0" cy="222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686603EE-63ED-3DC7-9BE3-87E2D953E125}"/>
              </a:ext>
            </a:extLst>
          </p:cNvPr>
          <p:cNvSpPr/>
          <p:nvPr/>
        </p:nvSpPr>
        <p:spPr>
          <a:xfrm>
            <a:off x="5016892" y="847162"/>
            <a:ext cx="464944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A1510595-3FF8-EA06-4EAF-BB74DAF9B4FB}"/>
              </a:ext>
            </a:extLst>
          </p:cNvPr>
          <p:cNvCxnSpPr>
            <a:cxnSpLocks/>
          </p:cNvCxnSpPr>
          <p:nvPr/>
        </p:nvCxnSpPr>
        <p:spPr>
          <a:xfrm flipV="1">
            <a:off x="4756768" y="638108"/>
            <a:ext cx="0" cy="212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hteck 21">
            <a:extLst>
              <a:ext uri="{FF2B5EF4-FFF2-40B4-BE49-F238E27FC236}">
                <a16:creationId xmlns:a16="http://schemas.microsoft.com/office/drawing/2014/main" id="{85157C3D-DD83-DBE6-D3EF-45992DDB442A}"/>
              </a:ext>
            </a:extLst>
          </p:cNvPr>
          <p:cNvSpPr/>
          <p:nvPr/>
        </p:nvSpPr>
        <p:spPr>
          <a:xfrm>
            <a:off x="4512379" y="837080"/>
            <a:ext cx="464944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Libs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B1924CA7-98B6-5B26-C9A7-D607152DEA12}"/>
              </a:ext>
            </a:extLst>
          </p:cNvPr>
          <p:cNvSpPr txBox="1"/>
          <p:nvPr/>
        </p:nvSpPr>
        <p:spPr>
          <a:xfrm>
            <a:off x="923523" y="1882303"/>
            <a:ext cx="19507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100" b="1" dirty="0">
                <a:latin typeface="Aptos Narrow" panose="020B0004020202020204" pitchFamily="34" charset="0"/>
              </a:rPr>
              <a:t>Generate </a:t>
            </a:r>
            <a:r>
              <a:rPr lang="de-CH" sz="1100" b="1" dirty="0" err="1">
                <a:latin typeface="Aptos Narrow" panose="020B0004020202020204" pitchFamily="34" charset="0"/>
              </a:rPr>
              <a:t>files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  <a:r>
              <a:rPr lang="de-CH" sz="1100" b="1" dirty="0" err="1">
                <a:latin typeface="Aptos Narrow" panose="020B0004020202020204" pitchFamily="34" charset="0"/>
              </a:rPr>
              <a:t>for</a:t>
            </a:r>
            <a:r>
              <a:rPr lang="de-CH" sz="1100" b="1" dirty="0">
                <a:latin typeface="Aptos Narrow" panose="020B0004020202020204" pitchFamily="34" charset="0"/>
              </a:rPr>
              <a:t> a </a:t>
            </a:r>
            <a:r>
              <a:rPr lang="de-CH" sz="1100" b="1" dirty="0" err="1">
                <a:latin typeface="Aptos Narrow" panose="020B0004020202020204" pitchFamily="34" charset="0"/>
              </a:rPr>
              <a:t>new</a:t>
            </a:r>
            <a:r>
              <a:rPr lang="de-CH" sz="1100" b="1" dirty="0">
                <a:latin typeface="Aptos Narrow" panose="020B0004020202020204" pitchFamily="34" charset="0"/>
              </a:rPr>
              <a:t> </a:t>
            </a:r>
            <a:r>
              <a:rPr lang="de-CH" sz="1100" b="1" dirty="0" err="1">
                <a:latin typeface="Aptos Narrow" panose="020B0004020202020204" pitchFamily="34" charset="0"/>
              </a:rPr>
              <a:t>layout</a:t>
            </a:r>
            <a:endParaRPr lang="de-CH" b="1" dirty="0">
              <a:latin typeface="Aptos Narrow" panose="020B0004020202020204" pitchFamily="34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D408B8A8-B6AD-499C-A1A8-573AE0E2DB97}"/>
              </a:ext>
            </a:extLst>
          </p:cNvPr>
          <p:cNvSpPr/>
          <p:nvPr/>
        </p:nvSpPr>
        <p:spPr>
          <a:xfrm>
            <a:off x="3531861" y="1609162"/>
            <a:ext cx="1602114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Spagi_76_Chairs_V_3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0D62D5B-AF25-9B0B-50F1-9008290B37FA}"/>
              </a:ext>
            </a:extLst>
          </p:cNvPr>
          <p:cNvSpPr/>
          <p:nvPr/>
        </p:nvSpPr>
        <p:spPr>
          <a:xfrm>
            <a:off x="3850976" y="2063746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SaisonXML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19D32D8B-A66B-20F1-A858-317E002CC6DE}"/>
              </a:ext>
            </a:extLst>
          </p:cNvPr>
          <p:cNvSpPr txBox="1"/>
          <p:nvPr/>
        </p:nvSpPr>
        <p:spPr>
          <a:xfrm>
            <a:off x="3355285" y="2371162"/>
            <a:ext cx="19059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100" b="1" dirty="0">
                <a:latin typeface="Aptos Narrow" panose="020B0004020202020204" pitchFamily="34" charset="0"/>
              </a:rPr>
              <a:t>Event </a:t>
            </a:r>
            <a:r>
              <a:rPr lang="de-CH" sz="1100" b="1" dirty="0" err="1">
                <a:latin typeface="Aptos Narrow" panose="020B0004020202020204" pitchFamily="34" charset="0"/>
              </a:rPr>
              <a:t>program</a:t>
            </a:r>
            <a:r>
              <a:rPr lang="de-CH" sz="1100" b="1" dirty="0">
                <a:latin typeface="Aptos Narrow" panose="020B0004020202020204" pitchFamily="34" charset="0"/>
              </a:rPr>
              <a:t> XML </a:t>
            </a:r>
            <a:r>
              <a:rPr lang="de-CH" sz="1100" b="1" dirty="0" err="1">
                <a:latin typeface="Aptos Narrow" panose="020B0004020202020204" pitchFamily="34" charset="0"/>
              </a:rPr>
              <a:t>file</a:t>
            </a:r>
            <a:endParaRPr lang="de-CH" sz="1100" b="1" dirty="0">
              <a:latin typeface="Aptos Narrow" panose="020B0004020202020204" pitchFamily="34" charset="0"/>
            </a:endParaRPr>
          </a:p>
          <a:p>
            <a:pPr algn="ctr"/>
            <a:r>
              <a:rPr lang="de-CH" sz="1100" b="1" dirty="0">
                <a:latin typeface="Aptos Narrow" panose="020B0004020202020204" pitchFamily="34" charset="0"/>
              </a:rPr>
              <a:t>Event </a:t>
            </a:r>
            <a:r>
              <a:rPr lang="de-CH" sz="1100" b="1" dirty="0" err="1">
                <a:latin typeface="Aptos Narrow" panose="020B0004020202020204" pitchFamily="34" charset="0"/>
              </a:rPr>
              <a:t>reservation</a:t>
            </a:r>
            <a:r>
              <a:rPr lang="de-CH" sz="1100" b="1" dirty="0">
                <a:latin typeface="Aptos Narrow" panose="020B0004020202020204" pitchFamily="34" charset="0"/>
              </a:rPr>
              <a:t> XML </a:t>
            </a:r>
            <a:r>
              <a:rPr lang="de-CH" sz="1100" b="1" dirty="0" err="1">
                <a:latin typeface="Aptos Narrow" panose="020B0004020202020204" pitchFamily="34" charset="0"/>
              </a:rPr>
              <a:t>files</a:t>
            </a:r>
            <a:endParaRPr lang="de-CH" sz="1100" b="1" dirty="0">
              <a:latin typeface="Aptos Narrow" panose="020B0004020202020204" pitchFamily="34" charset="0"/>
            </a:endParaRPr>
          </a:p>
        </p:txBody>
      </p: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F0561AA5-955A-1D7C-E08B-A89A3F97DDCD}"/>
              </a:ext>
            </a:extLst>
          </p:cNvPr>
          <p:cNvCxnSpPr>
            <a:cxnSpLocks/>
            <a:endCxn id="47" idx="2"/>
          </p:cNvCxnSpPr>
          <p:nvPr/>
        </p:nvCxnSpPr>
        <p:spPr>
          <a:xfrm flipH="1" flipV="1">
            <a:off x="3900217" y="3740982"/>
            <a:ext cx="1251" cy="194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43C2DE4A-84E3-A53E-DCE4-0AB299D9ADBF}"/>
              </a:ext>
            </a:extLst>
          </p:cNvPr>
          <p:cNvCxnSpPr>
            <a:cxnSpLocks/>
          </p:cNvCxnSpPr>
          <p:nvPr/>
        </p:nvCxnSpPr>
        <p:spPr>
          <a:xfrm>
            <a:off x="2056863" y="3928493"/>
            <a:ext cx="3946056" cy="71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hteck 46">
            <a:extLst>
              <a:ext uri="{FF2B5EF4-FFF2-40B4-BE49-F238E27FC236}">
                <a16:creationId xmlns:a16="http://schemas.microsoft.com/office/drawing/2014/main" id="{050FB368-07BC-DB05-1FC7-0E3EBEE55006}"/>
              </a:ext>
            </a:extLst>
          </p:cNvPr>
          <p:cNvSpPr/>
          <p:nvPr/>
        </p:nvSpPr>
        <p:spPr>
          <a:xfrm>
            <a:off x="3038905" y="3436690"/>
            <a:ext cx="1722623" cy="30429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 </a:t>
            </a:r>
          </a:p>
        </p:txBody>
      </p: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696BD3A3-8D3F-3D88-4187-FDF1BB3CD93A}"/>
              </a:ext>
            </a:extLst>
          </p:cNvPr>
          <p:cNvCxnSpPr>
            <a:cxnSpLocks/>
          </p:cNvCxnSpPr>
          <p:nvPr/>
        </p:nvCxnSpPr>
        <p:spPr>
          <a:xfrm flipV="1">
            <a:off x="2485163" y="3928493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B7A1C652-E638-744C-8A05-9F38F38032B5}"/>
              </a:ext>
            </a:extLst>
          </p:cNvPr>
          <p:cNvCxnSpPr>
            <a:cxnSpLocks/>
          </p:cNvCxnSpPr>
          <p:nvPr/>
        </p:nvCxnSpPr>
        <p:spPr>
          <a:xfrm flipV="1">
            <a:off x="3820879" y="3935631"/>
            <a:ext cx="0" cy="204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82897F1F-1C47-F3E4-CBE0-2BA24083BAC2}"/>
              </a:ext>
            </a:extLst>
          </p:cNvPr>
          <p:cNvCxnSpPr>
            <a:cxnSpLocks/>
          </p:cNvCxnSpPr>
          <p:nvPr/>
        </p:nvCxnSpPr>
        <p:spPr>
          <a:xfrm flipV="1">
            <a:off x="6002919" y="3928554"/>
            <a:ext cx="0" cy="201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05AFF8F7-8DA7-3B65-E48E-E60EA01872CD}"/>
              </a:ext>
            </a:extLst>
          </p:cNvPr>
          <p:cNvCxnSpPr>
            <a:cxnSpLocks/>
          </p:cNvCxnSpPr>
          <p:nvPr/>
        </p:nvCxnSpPr>
        <p:spPr>
          <a:xfrm flipV="1">
            <a:off x="3142844" y="3937976"/>
            <a:ext cx="0" cy="166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47E1FFF3-0A6C-0D94-28BC-A29D185830E4}"/>
              </a:ext>
            </a:extLst>
          </p:cNvPr>
          <p:cNvCxnSpPr>
            <a:cxnSpLocks/>
          </p:cNvCxnSpPr>
          <p:nvPr/>
        </p:nvCxnSpPr>
        <p:spPr>
          <a:xfrm flipV="1">
            <a:off x="4761528" y="3928493"/>
            <a:ext cx="0" cy="212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D1AD23C6-B1E0-0611-A4B0-98534FF966FF}"/>
              </a:ext>
            </a:extLst>
          </p:cNvPr>
          <p:cNvCxnSpPr>
            <a:cxnSpLocks/>
            <a:stCxn id="55" idx="0"/>
          </p:cNvCxnSpPr>
          <p:nvPr/>
        </p:nvCxnSpPr>
        <p:spPr>
          <a:xfrm flipV="1">
            <a:off x="4271631" y="3928807"/>
            <a:ext cx="36146" cy="1418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hteck 53">
            <a:extLst>
              <a:ext uri="{FF2B5EF4-FFF2-40B4-BE49-F238E27FC236}">
                <a16:creationId xmlns:a16="http://schemas.microsoft.com/office/drawing/2014/main" id="{11B9CD02-F7AE-D875-9CE6-3A3A9D4D343C}"/>
              </a:ext>
            </a:extLst>
          </p:cNvPr>
          <p:cNvSpPr/>
          <p:nvPr/>
        </p:nvSpPr>
        <p:spPr>
          <a:xfrm>
            <a:off x="3506720" y="4892723"/>
            <a:ext cx="1602114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Spagi_76_Chairs_V_3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6CEB5B22-BE5B-BB58-4A9E-9D506CA027C7}"/>
              </a:ext>
            </a:extLst>
          </p:cNvPr>
          <p:cNvSpPr/>
          <p:nvPr/>
        </p:nvSpPr>
        <p:spPr>
          <a:xfrm>
            <a:off x="3825835" y="5347307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SaisonXML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632B2983-8C58-591B-707F-0669270D774C}"/>
              </a:ext>
            </a:extLst>
          </p:cNvPr>
          <p:cNvSpPr txBox="1"/>
          <p:nvPr/>
        </p:nvSpPr>
        <p:spPr>
          <a:xfrm>
            <a:off x="3330144" y="5654723"/>
            <a:ext cx="19059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100" b="1" dirty="0">
                <a:latin typeface="Aptos Narrow" panose="020B0004020202020204" pitchFamily="34" charset="0"/>
              </a:rPr>
              <a:t>Event </a:t>
            </a:r>
            <a:r>
              <a:rPr lang="de-CH" sz="1100" b="1" dirty="0" err="1">
                <a:latin typeface="Aptos Narrow" panose="020B0004020202020204" pitchFamily="34" charset="0"/>
              </a:rPr>
              <a:t>program</a:t>
            </a:r>
            <a:r>
              <a:rPr lang="de-CH" sz="1100" b="1" dirty="0">
                <a:latin typeface="Aptos Narrow" panose="020B0004020202020204" pitchFamily="34" charset="0"/>
              </a:rPr>
              <a:t> XML </a:t>
            </a:r>
            <a:r>
              <a:rPr lang="de-CH" sz="1100" b="1" dirty="0" err="1">
                <a:latin typeface="Aptos Narrow" panose="020B0004020202020204" pitchFamily="34" charset="0"/>
              </a:rPr>
              <a:t>file</a:t>
            </a:r>
            <a:endParaRPr lang="de-CH" sz="1100" b="1" dirty="0">
              <a:latin typeface="Aptos Narrow" panose="020B0004020202020204" pitchFamily="34" charset="0"/>
            </a:endParaRPr>
          </a:p>
          <a:p>
            <a:pPr algn="ctr"/>
            <a:r>
              <a:rPr lang="de-CH" sz="1100" b="1" dirty="0">
                <a:latin typeface="Aptos Narrow" panose="020B0004020202020204" pitchFamily="34" charset="0"/>
              </a:rPr>
              <a:t>Event </a:t>
            </a:r>
            <a:r>
              <a:rPr lang="de-CH" sz="1100" b="1" dirty="0" err="1">
                <a:latin typeface="Aptos Narrow" panose="020B0004020202020204" pitchFamily="34" charset="0"/>
              </a:rPr>
              <a:t>reservation</a:t>
            </a:r>
            <a:r>
              <a:rPr lang="de-CH" sz="1100" b="1" dirty="0">
                <a:latin typeface="Aptos Narrow" panose="020B0004020202020204" pitchFamily="34" charset="0"/>
              </a:rPr>
              <a:t> XML </a:t>
            </a:r>
            <a:r>
              <a:rPr lang="de-CH" sz="1100" b="1" dirty="0" err="1">
                <a:latin typeface="Aptos Narrow" panose="020B0004020202020204" pitchFamily="34" charset="0"/>
              </a:rPr>
              <a:t>files</a:t>
            </a:r>
            <a:endParaRPr lang="de-CH" sz="1100" b="1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935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59B46FE5-9291-443A-8F64-41C8AB55C886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2860933" y="1847129"/>
            <a:ext cx="8998" cy="9195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8CCEDFE9-B62F-84CB-E04E-735E94E052AD}"/>
              </a:ext>
            </a:extLst>
          </p:cNvPr>
          <p:cNvCxnSpPr>
            <a:cxnSpLocks/>
            <a:endCxn id="25" idx="2"/>
          </p:cNvCxnSpPr>
          <p:nvPr/>
        </p:nvCxnSpPr>
        <p:spPr>
          <a:xfrm flipH="1" flipV="1">
            <a:off x="2686655" y="1652480"/>
            <a:ext cx="1251" cy="194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hteck 24">
            <a:extLst>
              <a:ext uri="{FF2B5EF4-FFF2-40B4-BE49-F238E27FC236}">
                <a16:creationId xmlns:a16="http://schemas.microsoft.com/office/drawing/2014/main" id="{04668978-EE6B-9681-E232-3DB19417B27F}"/>
              </a:ext>
            </a:extLst>
          </p:cNvPr>
          <p:cNvSpPr/>
          <p:nvPr/>
        </p:nvSpPr>
        <p:spPr>
          <a:xfrm>
            <a:off x="1825343" y="1348188"/>
            <a:ext cx="1722623" cy="30429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ReservationLayout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6278F7FC-86B1-5253-C4F1-F56DB609A310}"/>
              </a:ext>
            </a:extLst>
          </p:cNvPr>
          <p:cNvCxnSpPr>
            <a:cxnSpLocks/>
          </p:cNvCxnSpPr>
          <p:nvPr/>
        </p:nvCxnSpPr>
        <p:spPr>
          <a:xfrm flipV="1">
            <a:off x="2170895" y="1847129"/>
            <a:ext cx="0" cy="204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E4E918D2-4A44-C120-ED15-997B4C3A73EB}"/>
              </a:ext>
            </a:extLst>
          </p:cNvPr>
          <p:cNvCxnSpPr>
            <a:cxnSpLocks/>
          </p:cNvCxnSpPr>
          <p:nvPr/>
        </p:nvCxnSpPr>
        <p:spPr>
          <a:xfrm flipV="1">
            <a:off x="2492959" y="1840052"/>
            <a:ext cx="0" cy="201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BFFBFFCA-9FEF-D2A9-C489-F92E31E658B5}"/>
              </a:ext>
            </a:extLst>
          </p:cNvPr>
          <p:cNvCxnSpPr>
            <a:cxnSpLocks/>
          </p:cNvCxnSpPr>
          <p:nvPr/>
        </p:nvCxnSpPr>
        <p:spPr>
          <a:xfrm flipV="1">
            <a:off x="1483024" y="1849474"/>
            <a:ext cx="9836" cy="462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C87B2A5E-537F-3BA5-47C0-BE46BBD1B216}"/>
              </a:ext>
            </a:extLst>
          </p:cNvPr>
          <p:cNvCxnSpPr>
            <a:cxnSpLocks/>
          </p:cNvCxnSpPr>
          <p:nvPr/>
        </p:nvCxnSpPr>
        <p:spPr>
          <a:xfrm flipV="1">
            <a:off x="1776865" y="1839991"/>
            <a:ext cx="0" cy="222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52151336-96BC-50AF-3F1B-9E837982215F}"/>
              </a:ext>
            </a:extLst>
          </p:cNvPr>
          <p:cNvCxnSpPr>
            <a:cxnSpLocks/>
          </p:cNvCxnSpPr>
          <p:nvPr/>
        </p:nvCxnSpPr>
        <p:spPr>
          <a:xfrm flipV="1">
            <a:off x="3111544" y="1839991"/>
            <a:ext cx="0" cy="212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8632B80F-B094-34C4-8C71-A71AA322A512}"/>
              </a:ext>
            </a:extLst>
          </p:cNvPr>
          <p:cNvCxnSpPr>
            <a:cxnSpLocks/>
          </p:cNvCxnSpPr>
          <p:nvPr/>
        </p:nvCxnSpPr>
        <p:spPr>
          <a:xfrm>
            <a:off x="1299651" y="1833923"/>
            <a:ext cx="1905996" cy="13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hteck 37">
            <a:extLst>
              <a:ext uri="{FF2B5EF4-FFF2-40B4-BE49-F238E27FC236}">
                <a16:creationId xmlns:a16="http://schemas.microsoft.com/office/drawing/2014/main" id="{DF0C075D-3195-6251-DB83-4377DB497D62}"/>
              </a:ext>
            </a:extLst>
          </p:cNvPr>
          <p:cNvSpPr/>
          <p:nvPr/>
        </p:nvSpPr>
        <p:spPr>
          <a:xfrm>
            <a:off x="2170894" y="2312104"/>
            <a:ext cx="1518243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Spagi_76_Chairs_V_3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718DA822-6904-27DC-9475-FCE9E6949D5E}"/>
              </a:ext>
            </a:extLst>
          </p:cNvPr>
          <p:cNvSpPr/>
          <p:nvPr/>
        </p:nvSpPr>
        <p:spPr>
          <a:xfrm>
            <a:off x="2415137" y="2766688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SaisonXML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9D427FD9-8750-DD28-A2DC-10FA5A7C9536}"/>
              </a:ext>
            </a:extLst>
          </p:cNvPr>
          <p:cNvSpPr txBox="1"/>
          <p:nvPr/>
        </p:nvSpPr>
        <p:spPr>
          <a:xfrm>
            <a:off x="2170894" y="3074104"/>
            <a:ext cx="1377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program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</a:t>
            </a:r>
            <a:endParaRPr lang="de-CH" sz="800" b="1" dirty="0">
              <a:latin typeface="Aptos Narrow" panose="020B0004020202020204" pitchFamily="34" charset="0"/>
            </a:endParaRPr>
          </a:p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reservation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files</a:t>
            </a:r>
            <a:endParaRPr lang="de-CH" sz="800" b="1" dirty="0">
              <a:latin typeface="Aptos Narrow" panose="020B0004020202020204" pitchFamily="34" charset="0"/>
            </a:endParaRPr>
          </a:p>
        </p:txBody>
      </p:sp>
      <p:sp>
        <p:nvSpPr>
          <p:cNvPr id="2" name="Flussdiagramm: Karte 1">
            <a:extLst>
              <a:ext uri="{FF2B5EF4-FFF2-40B4-BE49-F238E27FC236}">
                <a16:creationId xmlns:a16="http://schemas.microsoft.com/office/drawing/2014/main" id="{98E69E8C-8896-30DD-5FA9-D986138C67CB}"/>
              </a:ext>
            </a:extLst>
          </p:cNvPr>
          <p:cNvSpPr/>
          <p:nvPr/>
        </p:nvSpPr>
        <p:spPr>
          <a:xfrm>
            <a:off x="511492" y="2312103"/>
            <a:ext cx="1626355" cy="261607"/>
          </a:xfrm>
          <a:prstGeom prst="flowChartPunchedCard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ReservationNewSeason.htm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CCF9BA28-2FBF-8BE3-D4DF-C8F5B0BF6E3C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6361058" y="1852450"/>
            <a:ext cx="8998" cy="9195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299A0DFD-FDC9-7A18-3535-BBFD2C63E630}"/>
              </a:ext>
            </a:extLst>
          </p:cNvPr>
          <p:cNvCxnSpPr>
            <a:cxnSpLocks/>
            <a:endCxn id="9" idx="2"/>
          </p:cNvCxnSpPr>
          <p:nvPr/>
        </p:nvCxnSpPr>
        <p:spPr>
          <a:xfrm flipH="1" flipV="1">
            <a:off x="5597880" y="1652480"/>
            <a:ext cx="1251" cy="194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hteck 8">
            <a:extLst>
              <a:ext uri="{FF2B5EF4-FFF2-40B4-BE49-F238E27FC236}">
                <a16:creationId xmlns:a16="http://schemas.microsoft.com/office/drawing/2014/main" id="{ED27DE18-9C8E-56A9-3940-EA8B9F98103F}"/>
              </a:ext>
            </a:extLst>
          </p:cNvPr>
          <p:cNvSpPr/>
          <p:nvPr/>
        </p:nvSpPr>
        <p:spPr>
          <a:xfrm>
            <a:off x="4736568" y="1348188"/>
            <a:ext cx="1722623" cy="30429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 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2454CF53-BAA4-DA87-A6D4-C8F11109AD2D}"/>
              </a:ext>
            </a:extLst>
          </p:cNvPr>
          <p:cNvCxnSpPr>
            <a:cxnSpLocks/>
          </p:cNvCxnSpPr>
          <p:nvPr/>
        </p:nvCxnSpPr>
        <p:spPr>
          <a:xfrm flipV="1">
            <a:off x="5082120" y="1847129"/>
            <a:ext cx="0" cy="204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08E88C15-D002-28BE-966D-47CF76A796FB}"/>
              </a:ext>
            </a:extLst>
          </p:cNvPr>
          <p:cNvCxnSpPr>
            <a:cxnSpLocks/>
          </p:cNvCxnSpPr>
          <p:nvPr/>
        </p:nvCxnSpPr>
        <p:spPr>
          <a:xfrm flipV="1">
            <a:off x="5404184" y="1840052"/>
            <a:ext cx="0" cy="201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07267691-D0DD-A71D-D33C-D89235D9CCC0}"/>
              </a:ext>
            </a:extLst>
          </p:cNvPr>
          <p:cNvCxnSpPr>
            <a:cxnSpLocks/>
          </p:cNvCxnSpPr>
          <p:nvPr/>
        </p:nvCxnSpPr>
        <p:spPr>
          <a:xfrm flipV="1">
            <a:off x="6022769" y="1839991"/>
            <a:ext cx="0" cy="212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1ABB3409-BECE-7A5A-C0A4-14E2EDC2F5E2}"/>
              </a:ext>
            </a:extLst>
          </p:cNvPr>
          <p:cNvCxnSpPr>
            <a:cxnSpLocks/>
          </p:cNvCxnSpPr>
          <p:nvPr/>
        </p:nvCxnSpPr>
        <p:spPr>
          <a:xfrm flipV="1">
            <a:off x="4210876" y="1815199"/>
            <a:ext cx="2159180" cy="187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 15">
            <a:extLst>
              <a:ext uri="{FF2B5EF4-FFF2-40B4-BE49-F238E27FC236}">
                <a16:creationId xmlns:a16="http://schemas.microsoft.com/office/drawing/2014/main" id="{0B129754-70ED-5137-4726-388A64D39DC9}"/>
              </a:ext>
            </a:extLst>
          </p:cNvPr>
          <p:cNvSpPr/>
          <p:nvPr/>
        </p:nvSpPr>
        <p:spPr>
          <a:xfrm>
            <a:off x="5671019" y="2317425"/>
            <a:ext cx="1518243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Spagi_76_Chairs_V_3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C5F603C-15F0-3278-0B83-3EF77065FED4}"/>
              </a:ext>
            </a:extLst>
          </p:cNvPr>
          <p:cNvSpPr/>
          <p:nvPr/>
        </p:nvSpPr>
        <p:spPr>
          <a:xfrm>
            <a:off x="5915262" y="2772009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SaisonXML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458A0976-F21A-9420-58B7-FF714F92411B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4739529" y="1851828"/>
            <a:ext cx="8998" cy="9195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hteck 21">
            <a:extLst>
              <a:ext uri="{FF2B5EF4-FFF2-40B4-BE49-F238E27FC236}">
                <a16:creationId xmlns:a16="http://schemas.microsoft.com/office/drawing/2014/main" id="{B64F936B-F265-124D-E36A-AD449DE9D460}"/>
              </a:ext>
            </a:extLst>
          </p:cNvPr>
          <p:cNvSpPr/>
          <p:nvPr/>
        </p:nvSpPr>
        <p:spPr>
          <a:xfrm>
            <a:off x="4049490" y="2316803"/>
            <a:ext cx="1518243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Spagi_76_Chairs_V_2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C510D3B2-C844-BD2D-5BD8-4B5E6FFDA73C}"/>
              </a:ext>
            </a:extLst>
          </p:cNvPr>
          <p:cNvSpPr/>
          <p:nvPr/>
        </p:nvSpPr>
        <p:spPr>
          <a:xfrm>
            <a:off x="4293733" y="2771387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SaisonXML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A6B92027-278A-F5C9-199B-7FDDDBB984B6}"/>
              </a:ext>
            </a:extLst>
          </p:cNvPr>
          <p:cNvSpPr txBox="1"/>
          <p:nvPr/>
        </p:nvSpPr>
        <p:spPr>
          <a:xfrm>
            <a:off x="4055492" y="3036169"/>
            <a:ext cx="1377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program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</a:t>
            </a:r>
            <a:endParaRPr lang="de-CH" sz="800" b="1" dirty="0">
              <a:latin typeface="Aptos Narrow" panose="020B0004020202020204" pitchFamily="34" charset="0"/>
            </a:endParaRPr>
          </a:p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reservation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files</a:t>
            </a:r>
            <a:endParaRPr lang="de-CH" sz="800" b="1" dirty="0">
              <a:latin typeface="Aptos Narrow" panose="020B0004020202020204" pitchFamily="34" charset="0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1C3DA5EE-F4AB-6B84-B7A1-A9855E39AE19}"/>
              </a:ext>
            </a:extLst>
          </p:cNvPr>
          <p:cNvSpPr txBox="1"/>
          <p:nvPr/>
        </p:nvSpPr>
        <p:spPr>
          <a:xfrm>
            <a:off x="5646285" y="3074104"/>
            <a:ext cx="1377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program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</a:t>
            </a:r>
            <a:endParaRPr lang="de-CH" sz="800" b="1" dirty="0">
              <a:latin typeface="Aptos Narrow" panose="020B0004020202020204" pitchFamily="34" charset="0"/>
            </a:endParaRPr>
          </a:p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reservation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files</a:t>
            </a:r>
            <a:endParaRPr lang="de-CH" sz="800" b="1" dirty="0">
              <a:latin typeface="Aptos Narrow" panose="020B0004020202020204" pitchFamily="34" charset="0"/>
            </a:endParaRPr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1FE9E633-ECA6-107A-6942-47E510E2E2D6}"/>
              </a:ext>
            </a:extLst>
          </p:cNvPr>
          <p:cNvCxnSpPr>
            <a:cxnSpLocks/>
          </p:cNvCxnSpPr>
          <p:nvPr/>
        </p:nvCxnSpPr>
        <p:spPr>
          <a:xfrm flipH="1" flipV="1">
            <a:off x="2686654" y="1160183"/>
            <a:ext cx="1251" cy="194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389EF663-33B7-570B-FDD2-D4EDBFA5CD47}"/>
              </a:ext>
            </a:extLst>
          </p:cNvPr>
          <p:cNvCxnSpPr>
            <a:cxnSpLocks/>
          </p:cNvCxnSpPr>
          <p:nvPr/>
        </p:nvCxnSpPr>
        <p:spPr>
          <a:xfrm flipH="1" flipV="1">
            <a:off x="5643991" y="1148218"/>
            <a:ext cx="1251" cy="194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0C39E2EE-D230-CFFB-9093-F8E9A2BEABB7}"/>
              </a:ext>
            </a:extLst>
          </p:cNvPr>
          <p:cNvCxnSpPr>
            <a:cxnSpLocks/>
          </p:cNvCxnSpPr>
          <p:nvPr/>
        </p:nvCxnSpPr>
        <p:spPr>
          <a:xfrm flipV="1">
            <a:off x="2686654" y="1157838"/>
            <a:ext cx="3269067" cy="31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hteck 42">
            <a:extLst>
              <a:ext uri="{FF2B5EF4-FFF2-40B4-BE49-F238E27FC236}">
                <a16:creationId xmlns:a16="http://schemas.microsoft.com/office/drawing/2014/main" id="{176D4DEA-DAB6-D202-1DE2-B8553D6A1136}"/>
              </a:ext>
            </a:extLst>
          </p:cNvPr>
          <p:cNvSpPr/>
          <p:nvPr/>
        </p:nvSpPr>
        <p:spPr>
          <a:xfrm>
            <a:off x="3883906" y="723763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5624BD8E-4971-665F-DC8C-370E4DB3C1A3}"/>
              </a:ext>
            </a:extLst>
          </p:cNvPr>
          <p:cNvCxnSpPr>
            <a:cxnSpLocks/>
          </p:cNvCxnSpPr>
          <p:nvPr/>
        </p:nvCxnSpPr>
        <p:spPr>
          <a:xfrm flipH="1" flipV="1">
            <a:off x="4319311" y="994996"/>
            <a:ext cx="1251" cy="194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5B596629-33EA-D6BB-203D-A484C4431C75}"/>
              </a:ext>
            </a:extLst>
          </p:cNvPr>
          <p:cNvCxnSpPr>
            <a:cxnSpLocks/>
            <a:stCxn id="55" idx="0"/>
          </p:cNvCxnSpPr>
          <p:nvPr/>
        </p:nvCxnSpPr>
        <p:spPr>
          <a:xfrm flipV="1">
            <a:off x="10694067" y="4566567"/>
            <a:ext cx="8998" cy="9195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DEE6F3C3-477B-8E9A-E52F-16915DA60008}"/>
              </a:ext>
            </a:extLst>
          </p:cNvPr>
          <p:cNvCxnSpPr>
            <a:cxnSpLocks/>
            <a:endCxn id="49" idx="2"/>
          </p:cNvCxnSpPr>
          <p:nvPr/>
        </p:nvCxnSpPr>
        <p:spPr>
          <a:xfrm flipH="1" flipV="1">
            <a:off x="9182741" y="4366597"/>
            <a:ext cx="1251" cy="194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hteck 48">
            <a:extLst>
              <a:ext uri="{FF2B5EF4-FFF2-40B4-BE49-F238E27FC236}">
                <a16:creationId xmlns:a16="http://schemas.microsoft.com/office/drawing/2014/main" id="{3E4B5D6F-9406-EFA2-F7CE-3397ECA36081}"/>
              </a:ext>
            </a:extLst>
          </p:cNvPr>
          <p:cNvSpPr/>
          <p:nvPr/>
        </p:nvSpPr>
        <p:spPr>
          <a:xfrm>
            <a:off x="8321429" y="4062305"/>
            <a:ext cx="1722623" cy="30429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 </a:t>
            </a:r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35FD7F8D-DF0B-2241-2F75-E213154B1C89}"/>
              </a:ext>
            </a:extLst>
          </p:cNvPr>
          <p:cNvCxnSpPr>
            <a:cxnSpLocks/>
          </p:cNvCxnSpPr>
          <p:nvPr/>
        </p:nvCxnSpPr>
        <p:spPr>
          <a:xfrm flipV="1">
            <a:off x="9415129" y="4561246"/>
            <a:ext cx="0" cy="204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D4512F21-B6A6-D17E-6CF5-08FF89AE8BE5}"/>
              </a:ext>
            </a:extLst>
          </p:cNvPr>
          <p:cNvCxnSpPr>
            <a:cxnSpLocks/>
          </p:cNvCxnSpPr>
          <p:nvPr/>
        </p:nvCxnSpPr>
        <p:spPr>
          <a:xfrm flipV="1">
            <a:off x="9737193" y="4554169"/>
            <a:ext cx="0" cy="201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EB8D1630-501B-C005-AF46-CC006AD276DE}"/>
              </a:ext>
            </a:extLst>
          </p:cNvPr>
          <p:cNvCxnSpPr>
            <a:cxnSpLocks/>
          </p:cNvCxnSpPr>
          <p:nvPr/>
        </p:nvCxnSpPr>
        <p:spPr>
          <a:xfrm flipV="1">
            <a:off x="10355778" y="4554108"/>
            <a:ext cx="0" cy="212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398286E6-916B-9DD5-F8F4-73CCABF0F2D5}"/>
              </a:ext>
            </a:extLst>
          </p:cNvPr>
          <p:cNvCxnSpPr>
            <a:cxnSpLocks/>
          </p:cNvCxnSpPr>
          <p:nvPr/>
        </p:nvCxnSpPr>
        <p:spPr>
          <a:xfrm flipV="1">
            <a:off x="7427712" y="4529316"/>
            <a:ext cx="3275353" cy="39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hteck 53">
            <a:extLst>
              <a:ext uri="{FF2B5EF4-FFF2-40B4-BE49-F238E27FC236}">
                <a16:creationId xmlns:a16="http://schemas.microsoft.com/office/drawing/2014/main" id="{52812B93-B71F-7695-7263-9A2D771E9983}"/>
              </a:ext>
            </a:extLst>
          </p:cNvPr>
          <p:cNvSpPr/>
          <p:nvPr/>
        </p:nvSpPr>
        <p:spPr>
          <a:xfrm>
            <a:off x="10004028" y="5031542"/>
            <a:ext cx="1518243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Spagi_76_Chairs_V_3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152EBF0F-1958-FA6A-5CBE-036765407C9F}"/>
              </a:ext>
            </a:extLst>
          </p:cNvPr>
          <p:cNvSpPr/>
          <p:nvPr/>
        </p:nvSpPr>
        <p:spPr>
          <a:xfrm>
            <a:off x="10248271" y="5486126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SaisonXML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D80DBC1E-8AB1-3125-9502-277F2411F981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9072538" y="4565945"/>
            <a:ext cx="8998" cy="9195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hteck 56">
            <a:extLst>
              <a:ext uri="{FF2B5EF4-FFF2-40B4-BE49-F238E27FC236}">
                <a16:creationId xmlns:a16="http://schemas.microsoft.com/office/drawing/2014/main" id="{E24462A6-E747-A083-C8AA-2CAB84885B1A}"/>
              </a:ext>
            </a:extLst>
          </p:cNvPr>
          <p:cNvSpPr/>
          <p:nvPr/>
        </p:nvSpPr>
        <p:spPr>
          <a:xfrm>
            <a:off x="8382499" y="5030920"/>
            <a:ext cx="1518243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Spagi_76_Chairs_V_2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5ED1C8FE-5F4F-0FB5-8AEE-087391806BAA}"/>
              </a:ext>
            </a:extLst>
          </p:cNvPr>
          <p:cNvSpPr/>
          <p:nvPr/>
        </p:nvSpPr>
        <p:spPr>
          <a:xfrm>
            <a:off x="8626742" y="5485504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SaisonXML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CC425FE9-49AD-3BF2-7D62-A604B4F60D55}"/>
              </a:ext>
            </a:extLst>
          </p:cNvPr>
          <p:cNvSpPr txBox="1"/>
          <p:nvPr/>
        </p:nvSpPr>
        <p:spPr>
          <a:xfrm>
            <a:off x="8388501" y="5750286"/>
            <a:ext cx="1377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program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</a:t>
            </a:r>
            <a:endParaRPr lang="de-CH" sz="800" b="1" dirty="0">
              <a:latin typeface="Aptos Narrow" panose="020B0004020202020204" pitchFamily="34" charset="0"/>
            </a:endParaRPr>
          </a:p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reservation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files</a:t>
            </a:r>
            <a:endParaRPr lang="de-CH" sz="800" b="1" dirty="0">
              <a:latin typeface="Aptos Narrow" panose="020B0004020202020204" pitchFamily="34" charset="0"/>
            </a:endParaRP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A6B29E86-5A0A-447A-36D8-DC0CE9D3353E}"/>
              </a:ext>
            </a:extLst>
          </p:cNvPr>
          <p:cNvSpPr txBox="1"/>
          <p:nvPr/>
        </p:nvSpPr>
        <p:spPr>
          <a:xfrm>
            <a:off x="9979294" y="5788221"/>
            <a:ext cx="1377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program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</a:t>
            </a:r>
            <a:endParaRPr lang="de-CH" sz="800" b="1" dirty="0">
              <a:latin typeface="Aptos Narrow" panose="020B0004020202020204" pitchFamily="34" charset="0"/>
            </a:endParaRPr>
          </a:p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reservation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files</a:t>
            </a:r>
            <a:endParaRPr lang="de-CH" sz="800" b="1" dirty="0">
              <a:latin typeface="Aptos Narrow" panose="020B0004020202020204" pitchFamily="34" charset="0"/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5597465C-FF67-C70A-6211-542DA09E295E}"/>
              </a:ext>
            </a:extLst>
          </p:cNvPr>
          <p:cNvSpPr/>
          <p:nvPr/>
        </p:nvSpPr>
        <p:spPr>
          <a:xfrm>
            <a:off x="8770185" y="3595539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20908F7E-2F7B-A3E7-71F9-0D27A6DBAA21}"/>
              </a:ext>
            </a:extLst>
          </p:cNvPr>
          <p:cNvCxnSpPr>
            <a:cxnSpLocks/>
          </p:cNvCxnSpPr>
          <p:nvPr/>
        </p:nvCxnSpPr>
        <p:spPr>
          <a:xfrm flipH="1" flipV="1">
            <a:off x="9205590" y="3866772"/>
            <a:ext cx="1251" cy="194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4CAEB2A5-AA10-4A2A-3506-BFA7791C3FED}"/>
              </a:ext>
            </a:extLst>
          </p:cNvPr>
          <p:cNvCxnSpPr>
            <a:cxnSpLocks/>
            <a:stCxn id="66" idx="0"/>
          </p:cNvCxnSpPr>
          <p:nvPr/>
        </p:nvCxnSpPr>
        <p:spPr>
          <a:xfrm flipV="1">
            <a:off x="7418714" y="4557586"/>
            <a:ext cx="8998" cy="9195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hteck 64">
            <a:extLst>
              <a:ext uri="{FF2B5EF4-FFF2-40B4-BE49-F238E27FC236}">
                <a16:creationId xmlns:a16="http://schemas.microsoft.com/office/drawing/2014/main" id="{2206522B-4527-4C90-0A3B-F79851378C70}"/>
              </a:ext>
            </a:extLst>
          </p:cNvPr>
          <p:cNvSpPr/>
          <p:nvPr/>
        </p:nvSpPr>
        <p:spPr>
          <a:xfrm>
            <a:off x="6728675" y="5022561"/>
            <a:ext cx="1518243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Spagi_76_Chairs_V_1</a:t>
            </a: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617B61BF-A603-7A6D-B4A2-DB145D8290BC}"/>
              </a:ext>
            </a:extLst>
          </p:cNvPr>
          <p:cNvSpPr/>
          <p:nvPr/>
        </p:nvSpPr>
        <p:spPr>
          <a:xfrm>
            <a:off x="6972918" y="5477145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SaisonXML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0B8302D4-6CFC-EB72-0A2E-64D00C912C6C}"/>
              </a:ext>
            </a:extLst>
          </p:cNvPr>
          <p:cNvSpPr txBox="1"/>
          <p:nvPr/>
        </p:nvSpPr>
        <p:spPr>
          <a:xfrm>
            <a:off x="6734677" y="5741927"/>
            <a:ext cx="1377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program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</a:t>
            </a:r>
            <a:endParaRPr lang="de-CH" sz="800" b="1" dirty="0">
              <a:latin typeface="Aptos Narrow" panose="020B0004020202020204" pitchFamily="34" charset="0"/>
            </a:endParaRPr>
          </a:p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reservation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files</a:t>
            </a:r>
            <a:endParaRPr lang="de-CH" sz="800" b="1" dirty="0">
              <a:latin typeface="Aptos Narrow" panose="020B0004020202020204" pitchFamily="34" charset="0"/>
            </a:endParaRPr>
          </a:p>
        </p:txBody>
      </p: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FE3F17D8-DEB5-73CC-00FC-212880BAAC14}"/>
              </a:ext>
            </a:extLst>
          </p:cNvPr>
          <p:cNvCxnSpPr>
            <a:cxnSpLocks/>
            <a:stCxn id="80" idx="0"/>
          </p:cNvCxnSpPr>
          <p:nvPr/>
        </p:nvCxnSpPr>
        <p:spPr>
          <a:xfrm flipV="1">
            <a:off x="1507947" y="5053535"/>
            <a:ext cx="8998" cy="9195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50A8587E-57B2-F5E3-0B1A-462FC8908DA6}"/>
              </a:ext>
            </a:extLst>
          </p:cNvPr>
          <p:cNvCxnSpPr>
            <a:cxnSpLocks/>
            <a:endCxn id="72" idx="2"/>
          </p:cNvCxnSpPr>
          <p:nvPr/>
        </p:nvCxnSpPr>
        <p:spPr>
          <a:xfrm flipH="1" flipV="1">
            <a:off x="1614226" y="4858886"/>
            <a:ext cx="1251" cy="194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hteck 71">
            <a:extLst>
              <a:ext uri="{FF2B5EF4-FFF2-40B4-BE49-F238E27FC236}">
                <a16:creationId xmlns:a16="http://schemas.microsoft.com/office/drawing/2014/main" id="{ABC1C921-94CE-3F25-15BA-88E9F45A47C2}"/>
              </a:ext>
            </a:extLst>
          </p:cNvPr>
          <p:cNvSpPr/>
          <p:nvPr/>
        </p:nvSpPr>
        <p:spPr>
          <a:xfrm>
            <a:off x="752914" y="4554594"/>
            <a:ext cx="1722623" cy="30429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ReservationLayout</a:t>
            </a:r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6205B0CC-AB56-E3D4-1059-F7E913F282AA}"/>
              </a:ext>
            </a:extLst>
          </p:cNvPr>
          <p:cNvCxnSpPr>
            <a:cxnSpLocks/>
          </p:cNvCxnSpPr>
          <p:nvPr/>
        </p:nvCxnSpPr>
        <p:spPr>
          <a:xfrm flipV="1">
            <a:off x="1368632" y="5053535"/>
            <a:ext cx="0" cy="204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2C25216F-4C79-A19F-AC6C-EE33AF45AC75}"/>
              </a:ext>
            </a:extLst>
          </p:cNvPr>
          <p:cNvCxnSpPr>
            <a:cxnSpLocks/>
          </p:cNvCxnSpPr>
          <p:nvPr/>
        </p:nvCxnSpPr>
        <p:spPr>
          <a:xfrm flipV="1">
            <a:off x="1690696" y="5046458"/>
            <a:ext cx="0" cy="201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200676F0-FF96-B6BB-49FC-A0DB6C9433F8}"/>
              </a:ext>
            </a:extLst>
          </p:cNvPr>
          <p:cNvCxnSpPr>
            <a:cxnSpLocks/>
          </p:cNvCxnSpPr>
          <p:nvPr/>
        </p:nvCxnSpPr>
        <p:spPr>
          <a:xfrm flipV="1">
            <a:off x="974602" y="5046397"/>
            <a:ext cx="0" cy="222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Gerader Verbinder 76">
            <a:extLst>
              <a:ext uri="{FF2B5EF4-FFF2-40B4-BE49-F238E27FC236}">
                <a16:creationId xmlns:a16="http://schemas.microsoft.com/office/drawing/2014/main" id="{8839779D-A396-43B6-DBBA-EA836AE2E61D}"/>
              </a:ext>
            </a:extLst>
          </p:cNvPr>
          <p:cNvCxnSpPr>
            <a:cxnSpLocks/>
          </p:cNvCxnSpPr>
          <p:nvPr/>
        </p:nvCxnSpPr>
        <p:spPr>
          <a:xfrm flipV="1">
            <a:off x="2309281" y="5046397"/>
            <a:ext cx="0" cy="212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D1A41227-D58F-96C9-FD2E-3AB2024692ED}"/>
              </a:ext>
            </a:extLst>
          </p:cNvPr>
          <p:cNvCxnSpPr>
            <a:cxnSpLocks/>
          </p:cNvCxnSpPr>
          <p:nvPr/>
        </p:nvCxnSpPr>
        <p:spPr>
          <a:xfrm>
            <a:off x="775860" y="5053535"/>
            <a:ext cx="16275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hteck 78">
            <a:extLst>
              <a:ext uri="{FF2B5EF4-FFF2-40B4-BE49-F238E27FC236}">
                <a16:creationId xmlns:a16="http://schemas.microsoft.com/office/drawing/2014/main" id="{2A4AFDF6-5F49-279C-7225-FAC5DD08CA73}"/>
              </a:ext>
            </a:extLst>
          </p:cNvPr>
          <p:cNvSpPr/>
          <p:nvPr/>
        </p:nvSpPr>
        <p:spPr>
          <a:xfrm>
            <a:off x="817908" y="5518510"/>
            <a:ext cx="1518243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Spagi_76_Chairs_V_3</a:t>
            </a:r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BE943E24-B2CD-449B-CE2E-B9A05CC496FC}"/>
              </a:ext>
            </a:extLst>
          </p:cNvPr>
          <p:cNvSpPr/>
          <p:nvPr/>
        </p:nvSpPr>
        <p:spPr>
          <a:xfrm>
            <a:off x="1062151" y="5973094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SaisonXML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2B96B18B-2A77-6AAE-235B-CE28BBCDD11C}"/>
              </a:ext>
            </a:extLst>
          </p:cNvPr>
          <p:cNvSpPr txBox="1"/>
          <p:nvPr/>
        </p:nvSpPr>
        <p:spPr>
          <a:xfrm>
            <a:off x="828409" y="6268792"/>
            <a:ext cx="1377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program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</a:t>
            </a:r>
            <a:endParaRPr lang="de-CH" sz="800" b="1" dirty="0">
              <a:latin typeface="Aptos Narrow" panose="020B0004020202020204" pitchFamily="34" charset="0"/>
            </a:endParaRPr>
          </a:p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reservation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files</a:t>
            </a:r>
            <a:endParaRPr lang="de-CH" sz="800" b="1" dirty="0">
              <a:latin typeface="Aptos Narrow" panose="020B0004020202020204" pitchFamily="34" charset="0"/>
            </a:endParaRPr>
          </a:p>
        </p:txBody>
      </p:sp>
      <p:cxnSp>
        <p:nvCxnSpPr>
          <p:cNvPr id="83" name="Gerader Verbinder 82">
            <a:extLst>
              <a:ext uri="{FF2B5EF4-FFF2-40B4-BE49-F238E27FC236}">
                <a16:creationId xmlns:a16="http://schemas.microsoft.com/office/drawing/2014/main" id="{DF5595E1-3D60-DF02-48CD-CA7CD84117C8}"/>
              </a:ext>
            </a:extLst>
          </p:cNvPr>
          <p:cNvCxnSpPr>
            <a:cxnSpLocks/>
          </p:cNvCxnSpPr>
          <p:nvPr/>
        </p:nvCxnSpPr>
        <p:spPr>
          <a:xfrm flipH="1" flipV="1">
            <a:off x="1614225" y="4366589"/>
            <a:ext cx="1251" cy="194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hteck 84">
            <a:extLst>
              <a:ext uri="{FF2B5EF4-FFF2-40B4-BE49-F238E27FC236}">
                <a16:creationId xmlns:a16="http://schemas.microsoft.com/office/drawing/2014/main" id="{65A7D3DA-90E7-5750-D300-25D9BBA076D3}"/>
              </a:ext>
            </a:extLst>
          </p:cNvPr>
          <p:cNvSpPr/>
          <p:nvPr/>
        </p:nvSpPr>
        <p:spPr>
          <a:xfrm>
            <a:off x="1168429" y="4086615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A1C8A4ED-712E-ABD4-E325-253B78714BBC}"/>
              </a:ext>
            </a:extLst>
          </p:cNvPr>
          <p:cNvCxnSpPr>
            <a:cxnSpLocks/>
            <a:stCxn id="26" idx="0"/>
          </p:cNvCxnSpPr>
          <p:nvPr/>
        </p:nvCxnSpPr>
        <p:spPr>
          <a:xfrm flipV="1">
            <a:off x="3866577" y="4962046"/>
            <a:ext cx="8998" cy="9195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0C6F37E6-5E55-6F34-8225-49E41B650651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3972856" y="4767397"/>
            <a:ext cx="1251" cy="194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4013CDAC-A30B-7F2C-D3F9-CE07E6187D8B}"/>
              </a:ext>
            </a:extLst>
          </p:cNvPr>
          <p:cNvSpPr/>
          <p:nvPr/>
        </p:nvSpPr>
        <p:spPr>
          <a:xfrm>
            <a:off x="3111544" y="4463105"/>
            <a:ext cx="1722623" cy="30429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Reservation 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DCA4DC75-4DE1-4D0D-D8F8-3BA771FBB4FC}"/>
              </a:ext>
            </a:extLst>
          </p:cNvPr>
          <p:cNvCxnSpPr>
            <a:cxnSpLocks/>
          </p:cNvCxnSpPr>
          <p:nvPr/>
        </p:nvCxnSpPr>
        <p:spPr>
          <a:xfrm flipV="1">
            <a:off x="3727262" y="4962046"/>
            <a:ext cx="0" cy="204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D45BE424-E442-3C1A-F83F-7E854C9E8765}"/>
              </a:ext>
            </a:extLst>
          </p:cNvPr>
          <p:cNvCxnSpPr>
            <a:cxnSpLocks/>
          </p:cNvCxnSpPr>
          <p:nvPr/>
        </p:nvCxnSpPr>
        <p:spPr>
          <a:xfrm flipV="1">
            <a:off x="4049326" y="4954969"/>
            <a:ext cx="0" cy="201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DDFF4A28-2CC8-9580-4693-C08B05F1E6EE}"/>
              </a:ext>
            </a:extLst>
          </p:cNvPr>
          <p:cNvCxnSpPr>
            <a:cxnSpLocks/>
          </p:cNvCxnSpPr>
          <p:nvPr/>
        </p:nvCxnSpPr>
        <p:spPr>
          <a:xfrm flipV="1">
            <a:off x="3333232" y="4954908"/>
            <a:ext cx="0" cy="222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4983D26B-4AF9-081D-011A-9B3FDC0E0758}"/>
              </a:ext>
            </a:extLst>
          </p:cNvPr>
          <p:cNvCxnSpPr>
            <a:cxnSpLocks/>
          </p:cNvCxnSpPr>
          <p:nvPr/>
        </p:nvCxnSpPr>
        <p:spPr>
          <a:xfrm flipV="1">
            <a:off x="4667911" y="4954908"/>
            <a:ext cx="0" cy="212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D4E55BC4-5CD8-CACC-7BCE-BC18E86089E5}"/>
              </a:ext>
            </a:extLst>
          </p:cNvPr>
          <p:cNvCxnSpPr>
            <a:cxnSpLocks/>
          </p:cNvCxnSpPr>
          <p:nvPr/>
        </p:nvCxnSpPr>
        <p:spPr>
          <a:xfrm>
            <a:off x="3134490" y="4962046"/>
            <a:ext cx="16275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hteck 20">
            <a:extLst>
              <a:ext uri="{FF2B5EF4-FFF2-40B4-BE49-F238E27FC236}">
                <a16:creationId xmlns:a16="http://schemas.microsoft.com/office/drawing/2014/main" id="{E89A51E9-04E6-4E94-D814-3FCC60B9A8C1}"/>
              </a:ext>
            </a:extLst>
          </p:cNvPr>
          <p:cNvSpPr/>
          <p:nvPr/>
        </p:nvSpPr>
        <p:spPr>
          <a:xfrm>
            <a:off x="3176538" y="5427021"/>
            <a:ext cx="1518243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Spagi_76_Chairs_V_3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00066860-1EB9-0E82-CFE0-565B70EC4A50}"/>
              </a:ext>
            </a:extLst>
          </p:cNvPr>
          <p:cNvSpPr/>
          <p:nvPr/>
        </p:nvSpPr>
        <p:spPr>
          <a:xfrm>
            <a:off x="3420781" y="5881605"/>
            <a:ext cx="891591" cy="27314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SaisonXML</a:t>
            </a:r>
            <a:endParaRPr lang="de-CH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EB6C68BC-06CF-A893-DAA7-B5DE092FEFB6}"/>
              </a:ext>
            </a:extLst>
          </p:cNvPr>
          <p:cNvSpPr txBox="1"/>
          <p:nvPr/>
        </p:nvSpPr>
        <p:spPr>
          <a:xfrm>
            <a:off x="3187039" y="6177303"/>
            <a:ext cx="1377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program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</a:t>
            </a:r>
            <a:endParaRPr lang="de-CH" sz="800" b="1" dirty="0">
              <a:latin typeface="Aptos Narrow" panose="020B0004020202020204" pitchFamily="34" charset="0"/>
            </a:endParaRPr>
          </a:p>
          <a:p>
            <a:pPr algn="ctr"/>
            <a:r>
              <a:rPr lang="de-CH" sz="800" b="1" dirty="0">
                <a:latin typeface="Aptos Narrow" panose="020B0004020202020204" pitchFamily="34" charset="0"/>
              </a:rPr>
              <a:t>Event </a:t>
            </a:r>
            <a:r>
              <a:rPr lang="de-CH" sz="800" b="1" dirty="0" err="1">
                <a:latin typeface="Aptos Narrow" panose="020B0004020202020204" pitchFamily="34" charset="0"/>
              </a:rPr>
              <a:t>reservation</a:t>
            </a:r>
            <a:r>
              <a:rPr lang="de-CH" sz="800" b="1" dirty="0">
                <a:latin typeface="Aptos Narrow" panose="020B0004020202020204" pitchFamily="34" charset="0"/>
              </a:rPr>
              <a:t> XML </a:t>
            </a:r>
            <a:r>
              <a:rPr lang="de-CH" sz="800" b="1" dirty="0" err="1">
                <a:latin typeface="Aptos Narrow" panose="020B0004020202020204" pitchFamily="34" charset="0"/>
              </a:rPr>
              <a:t>files</a:t>
            </a:r>
            <a:endParaRPr lang="de-CH" sz="800" b="1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046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7CA3C3D-C39A-BD3C-4464-718D814A9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86" y="776619"/>
            <a:ext cx="10571428" cy="53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43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C0686443-0E20-C80B-3932-0478182B418D}"/>
              </a:ext>
            </a:extLst>
          </p:cNvPr>
          <p:cNvSpPr/>
          <p:nvPr/>
        </p:nvSpPr>
        <p:spPr>
          <a:xfrm>
            <a:off x="7525965" y="687631"/>
            <a:ext cx="3633873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EventProgramTags</a:t>
            </a:r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Tags of the XML event program file</a:t>
            </a:r>
            <a:endParaRPr lang="de-CH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CC58B58-9F64-A8A2-5EC9-D5770BDA61E5}"/>
              </a:ext>
            </a:extLst>
          </p:cNvPr>
          <p:cNvSpPr/>
          <p:nvPr/>
        </p:nvSpPr>
        <p:spPr>
          <a:xfrm>
            <a:off x="7525965" y="1258100"/>
            <a:ext cx="3633874" cy="389032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this.m_tag_event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"Event";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this.m_tag_reg_number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“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RegNumber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";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this.m_tag_day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"Day";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this.m_tag_month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"Month";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this.m_tag_year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"Year";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this.m_tag_start_hour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TimeStartHour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";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this.m_tag_start_minute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TimeStartMinute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";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this.m_tag_end_hour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TimeEndHour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";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this.m_tag_end_minute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TimeEndMinute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";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this.m_tag_place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"Place";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this.m_tag_address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"Address";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this.m_tag_event_cancelled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EventCancelled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";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this.m_tag_event_name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EventName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";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this.m_tag_short_text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ShortText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";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this.m_tag_url_reservation_dir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UrlReservationDir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";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this.m_tag_prices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"Prices";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this.m_tag_instructions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"Instructions";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this.m_tag_max_reservations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MaxReservations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";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this.m_tag_email_subject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EmailSubject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";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this.m_tag_email_header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EmailHeader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";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this.m_tag_email_content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EmailContent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";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this.m_tag_email_seats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EmailSeats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";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this.m_tag_pay_method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"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PayMethod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";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89A05A6-6622-B6CD-462A-138AF8CB57E0}"/>
              </a:ext>
            </a:extLst>
          </p:cNvPr>
          <p:cNvSpPr/>
          <p:nvPr/>
        </p:nvSpPr>
        <p:spPr>
          <a:xfrm>
            <a:off x="730310" y="687631"/>
            <a:ext cx="6678406" cy="5704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EventProgramXml</a:t>
            </a:r>
            <a:endParaRPr lang="de-CH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Handles an event program</a:t>
            </a:r>
            <a:endParaRPr lang="de-CH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77F1337-A9DE-6C8A-7DB0-30C5761C44BE}"/>
              </a:ext>
            </a:extLst>
          </p:cNvPr>
          <p:cNvSpPr/>
          <p:nvPr/>
        </p:nvSpPr>
        <p:spPr>
          <a:xfrm>
            <a:off x="730308" y="1258100"/>
            <a:ext cx="6678408" cy="46751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constructor(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i_subdir_xml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i_event_program_file_name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i_callback_function_name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subdirectory for the event XML file, e.g. </a:t>
            </a:r>
            <a:r>
              <a:rPr lang="en-U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SaisonXml</a:t>
            </a:r>
            <a:endParaRPr lang="en-US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this.m_subdir_xml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i_subdir_xml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of the event program XML file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this.m_event_program_file_name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i_event_program_file_name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 back function name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this.m_callback_function_name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i_callback_function_name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 holding the tags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this.m_tags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new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EventProgramTags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Loads the XML event file, creates the XML object and calls the function </a:t>
            </a:r>
            <a:r>
              <a:rPr lang="en-US" sz="1000" b="1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m_callback_function_name</a:t>
            </a:r>
            <a:endParaRPr lang="en-US" sz="1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this.loadOneXmlFile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(this,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this.getXmlEventProgramFileName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(),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this.m_callback_function_name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 and set functions for all XML data (for all tags)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Appends an event node   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appendEventNode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Returns the number of events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getNumberOfEvents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Returns an array of event names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getEventNameArray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i_b_only_coming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getDateNameEventArrayStartNumber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i_b_only_coming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getEventDateArray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i_b_only_coming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i_date_format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getEventNumberForNextEvent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getXmlEventProgramFileName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491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8078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4466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1764</Words>
  <Application>Microsoft Office PowerPoint</Application>
  <PresentationFormat>Breitbild</PresentationFormat>
  <Paragraphs>351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0" baseType="lpstr">
      <vt:lpstr>Aptos Narrow</vt:lpstr>
      <vt:lpstr>Arial</vt:lpstr>
      <vt:lpstr>Arial Black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Gunnar Liden</dc:creator>
  <cp:lastModifiedBy>Gunnar Liden</cp:lastModifiedBy>
  <cp:revision>183</cp:revision>
  <cp:lastPrinted>2026-05-13T16:28:42Z</cp:lastPrinted>
  <dcterms:created xsi:type="dcterms:W3CDTF">2020-04-04T07:27:22Z</dcterms:created>
  <dcterms:modified xsi:type="dcterms:W3CDTF">2026-05-13T16:38:03Z</dcterms:modified>
</cp:coreProperties>
</file>