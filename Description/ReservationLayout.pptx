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6" r:id="rId3"/>
    <p:sldId id="294" r:id="rId4"/>
    <p:sldId id="295" r:id="rId5"/>
    <p:sldId id="285" r:id="rId6"/>
    <p:sldId id="297" r:id="rId7"/>
    <p:sldId id="298" r:id="rId8"/>
    <p:sldId id="267" r:id="rId9"/>
    <p:sldId id="270" r:id="rId10"/>
    <p:sldId id="283" r:id="rId11"/>
    <p:sldId id="300" r:id="rId12"/>
    <p:sldId id="289" r:id="rId13"/>
    <p:sldId id="284" r:id="rId14"/>
    <p:sldId id="288" r:id="rId15"/>
    <p:sldId id="286" r:id="rId16"/>
    <p:sldId id="302" r:id="rId17"/>
    <p:sldId id="301" r:id="rId18"/>
    <p:sldId id="287" r:id="rId19"/>
    <p:sldId id="303" r:id="rId20"/>
    <p:sldId id="304" r:id="rId21"/>
    <p:sldId id="305" r:id="rId22"/>
    <p:sldId id="290" r:id="rId23"/>
    <p:sldId id="292" r:id="rId24"/>
    <p:sldId id="265" r:id="rId25"/>
    <p:sldId id="299" r:id="rId26"/>
    <p:sldId id="291" r:id="rId27"/>
    <p:sldId id="266" r:id="rId28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6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04.06.2026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Web Applikationen des Reservationssystems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37260A-E633-C24F-E92A-CD4B44063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60" y="647895"/>
            <a:ext cx="2183895" cy="291366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134DD9D-53E5-8FCC-8944-669E464B2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033" y="3899729"/>
            <a:ext cx="2183895" cy="249951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05BB77E-99BD-C1D0-7526-8867100D02E4}"/>
              </a:ext>
            </a:extLst>
          </p:cNvPr>
          <p:cNvSpPr txBox="1"/>
          <p:nvPr/>
        </p:nvSpPr>
        <p:spPr>
          <a:xfrm>
            <a:off x="1058473" y="3583947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EventReservation.htm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991240-347F-8713-28EF-05471621A5BD}"/>
              </a:ext>
            </a:extLst>
          </p:cNvPr>
          <p:cNvSpPr txBox="1"/>
          <p:nvPr/>
        </p:nvSpPr>
        <p:spPr>
          <a:xfrm>
            <a:off x="1015353" y="640549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Eine Homepage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3FA81B8-7740-7C76-56A0-A14C0089C402}"/>
              </a:ext>
            </a:extLst>
          </p:cNvPr>
          <p:cNvSpPr txBox="1"/>
          <p:nvPr/>
        </p:nvSpPr>
        <p:spPr>
          <a:xfrm>
            <a:off x="3531427" y="5516696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D1BCF7-E8C4-585D-1805-3C8AAA46AF55}"/>
              </a:ext>
            </a:extLst>
          </p:cNvPr>
          <p:cNvSpPr txBox="1"/>
          <p:nvPr/>
        </p:nvSpPr>
        <p:spPr>
          <a:xfrm>
            <a:off x="6333126" y="629381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685C2F5-9DA4-F18A-E563-F110BEA0E94D}"/>
              </a:ext>
            </a:extLst>
          </p:cNvPr>
          <p:cNvSpPr txBox="1"/>
          <p:nvPr/>
        </p:nvSpPr>
        <p:spPr>
          <a:xfrm>
            <a:off x="9185928" y="5305350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45A7247-9BD7-DF8A-6D53-CE40B2BB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513" y="590441"/>
            <a:ext cx="2794397" cy="471490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03CEE86-14BF-20CA-FD66-A80F1FBC1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53" y="647895"/>
            <a:ext cx="2723602" cy="484641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0E2EF39-C634-206D-15AD-D01747786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1891" y="641918"/>
            <a:ext cx="2723602" cy="56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6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2D30EA1-D3B0-851E-30E8-A6575C13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874" y="1603504"/>
            <a:ext cx="2801501" cy="476452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204139" y="1862381"/>
            <a:ext cx="2866668" cy="450564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204139" y="1208684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Name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of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the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organizer</a:t>
            </a:r>
            <a:endParaRPr lang="de-CH" sz="1400" b="1" dirty="0">
              <a:solidFill>
                <a:schemeClr val="bg1">
                  <a:lumMod val="95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204139" y="1504157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601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588041" y="578063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Reservation Admin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2B423DB-144C-6C1E-842B-A08F811A7097}"/>
              </a:ext>
            </a:extLst>
          </p:cNvPr>
          <p:cNvSpPr/>
          <p:nvPr/>
        </p:nvSpPr>
        <p:spPr>
          <a:xfrm>
            <a:off x="4588041" y="856124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588041" y="1230370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4675960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E8C71B5-6D23-5C36-031C-8F2DB12C7BDE}"/>
              </a:ext>
            </a:extLst>
          </p:cNvPr>
          <p:cNvSpPr/>
          <p:nvPr/>
        </p:nvSpPr>
        <p:spPr>
          <a:xfrm>
            <a:off x="5422195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190535" y="2072828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15" name="Flussdiagramm: Alternativer Prozess 14">
            <a:extLst>
              <a:ext uri="{FF2B5EF4-FFF2-40B4-BE49-F238E27FC236}">
                <a16:creationId xmlns:a16="http://schemas.microsoft.com/office/drawing/2014/main" id="{2D3F3701-2199-0AF7-0445-C0265E58791E}"/>
              </a:ext>
            </a:extLst>
          </p:cNvPr>
          <p:cNvSpPr/>
          <p:nvPr/>
        </p:nvSpPr>
        <p:spPr>
          <a:xfrm>
            <a:off x="6753087" y="2072828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0246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25082"/>
            <a:ext cx="2853055" cy="27283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9370AF36-A5D9-16F9-79F9-A58A5B18BB02}"/>
              </a:ext>
            </a:extLst>
          </p:cNvPr>
          <p:cNvSpPr/>
          <p:nvPr/>
        </p:nvSpPr>
        <p:spPr>
          <a:xfrm rot="10800000">
            <a:off x="7073553" y="955941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990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5857702" y="2042171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Scan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792631" y="2051678"/>
            <a:ext cx="596841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Letzte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2508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48320"/>
            <a:ext cx="2853055" cy="27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2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0B005F4-5056-51CB-D296-07B8902CF082}"/>
              </a:ext>
            </a:extLst>
          </p:cNvPr>
          <p:cNvSpPr/>
          <p:nvPr/>
        </p:nvSpPr>
        <p:spPr>
          <a:xfrm>
            <a:off x="4487824" y="2128816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C32706-34C8-FEBA-015C-A651E6789BB2}"/>
              </a:ext>
            </a:extLst>
          </p:cNvPr>
          <p:cNvSpPr/>
          <p:nvPr/>
        </p:nvSpPr>
        <p:spPr>
          <a:xfrm>
            <a:off x="7598256" y="328009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E85C6FBA-44F5-5790-407C-44028570AE36}"/>
              </a:ext>
            </a:extLst>
          </p:cNvPr>
          <p:cNvSpPr/>
          <p:nvPr/>
        </p:nvSpPr>
        <p:spPr>
          <a:xfrm>
            <a:off x="7686175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CB90645C-B1E4-5B93-CC77-60AB146A2E35}"/>
              </a:ext>
            </a:extLst>
          </p:cNvPr>
          <p:cNvSpPr/>
          <p:nvPr/>
        </p:nvSpPr>
        <p:spPr>
          <a:xfrm>
            <a:off x="8432410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2B021B0F-9102-7C24-DE82-729A138177CB}"/>
              </a:ext>
            </a:extLst>
          </p:cNvPr>
          <p:cNvSpPr/>
          <p:nvPr/>
        </p:nvSpPr>
        <p:spPr>
          <a:xfrm>
            <a:off x="9200750" y="3378367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D7A44DA0-7346-D619-B171-5A08AC61A2C7}"/>
              </a:ext>
            </a:extLst>
          </p:cNvPr>
          <p:cNvSpPr/>
          <p:nvPr/>
        </p:nvSpPr>
        <p:spPr>
          <a:xfrm>
            <a:off x="9763302" y="3378367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A5A9200-45E5-52B2-F0CE-0A146691D263}"/>
              </a:ext>
            </a:extLst>
          </p:cNvPr>
          <p:cNvSpPr/>
          <p:nvPr/>
        </p:nvSpPr>
        <p:spPr>
          <a:xfrm>
            <a:off x="7584643" y="244833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FF5399-3FC8-B620-E345-BFB9BA03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56" y="2470952"/>
            <a:ext cx="2853055" cy="272833"/>
          </a:xfrm>
          <a:prstGeom prst="rect">
            <a:avLst/>
          </a:prstGeom>
        </p:spPr>
      </p:pic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789E329-1A8F-F18D-3102-8FDDDAD276F0}"/>
              </a:ext>
            </a:extLst>
          </p:cNvPr>
          <p:cNvSpPr/>
          <p:nvPr/>
        </p:nvSpPr>
        <p:spPr>
          <a:xfrm rot="10800000">
            <a:off x="6959723" y="2274438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073816-6A34-BD43-6C04-3DE5E514F7B3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6063820-734B-5E4D-896D-3FE211CE12B6}"/>
              </a:ext>
            </a:extLst>
          </p:cNvPr>
          <p:cNvSpPr/>
          <p:nvPr/>
        </p:nvSpPr>
        <p:spPr>
          <a:xfrm>
            <a:off x="4487824" y="3006824"/>
            <a:ext cx="2950019" cy="92505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97472A-57C6-184B-6E7D-CE6BEC973744}"/>
              </a:ext>
            </a:extLst>
          </p:cNvPr>
          <p:cNvSpPr/>
          <p:nvPr/>
        </p:nvSpPr>
        <p:spPr>
          <a:xfrm>
            <a:off x="4538186" y="3055607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A    Gunnar </a:t>
            </a:r>
            <a:r>
              <a:rPr lang="de-CH" sz="11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Lidén</a:t>
            </a:r>
            <a:endParaRPr lang="de-CH" sz="11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11CA7D6-37C8-9B14-268F-3D13A4DBE334}"/>
              </a:ext>
            </a:extLst>
          </p:cNvPr>
          <p:cNvSpPr/>
          <p:nvPr/>
        </p:nvSpPr>
        <p:spPr>
          <a:xfrm>
            <a:off x="4538186" y="3310758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B    Hubert Keller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52072F-9B38-9375-71E7-1E2BBA984B28}"/>
              </a:ext>
            </a:extLst>
          </p:cNvPr>
          <p:cNvSpPr/>
          <p:nvPr/>
        </p:nvSpPr>
        <p:spPr>
          <a:xfrm>
            <a:off x="7057020" y="3319937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91FFF9B-EE8C-9F15-3472-4D6A8555BA99}"/>
              </a:ext>
            </a:extLst>
          </p:cNvPr>
          <p:cNvSpPr/>
          <p:nvPr/>
        </p:nvSpPr>
        <p:spPr>
          <a:xfrm>
            <a:off x="7057582" y="3073095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FBC972-4CC4-5C85-89B7-5BB7A7231F81}"/>
              </a:ext>
            </a:extLst>
          </p:cNvPr>
          <p:cNvSpPr/>
          <p:nvPr/>
        </p:nvSpPr>
        <p:spPr>
          <a:xfrm>
            <a:off x="5654932" y="3575088"/>
            <a:ext cx="1732732" cy="314373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Reservieren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8B29122-8505-C846-1B58-68000261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882" y="1561301"/>
            <a:ext cx="2183895" cy="2913661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E04FAE15-ECB6-80C0-AE91-237B7B11CD9C}"/>
              </a:ext>
            </a:extLst>
          </p:cNvPr>
          <p:cNvSpPr txBox="1"/>
          <p:nvPr/>
        </p:nvSpPr>
        <p:spPr>
          <a:xfrm>
            <a:off x="2292886" y="44749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InputEventReservation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D22740A-B21B-0B11-4EA1-E8FF111D4785}"/>
              </a:ext>
            </a:extLst>
          </p:cNvPr>
          <p:cNvSpPr txBox="1"/>
          <p:nvPr/>
        </p:nvSpPr>
        <p:spPr>
          <a:xfrm>
            <a:off x="4893152" y="2558765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EventProgramDropdown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AD4B68-1885-A166-05F7-ADB87038C519}"/>
              </a:ext>
            </a:extLst>
          </p:cNvPr>
          <p:cNvSpPr txBox="1"/>
          <p:nvPr/>
        </p:nvSpPr>
        <p:spPr>
          <a:xfrm>
            <a:off x="4851111" y="398065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ReservedSeats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128D361-A74E-0BE1-7468-4140D57528EC}"/>
              </a:ext>
            </a:extLst>
          </p:cNvPr>
          <p:cNvSpPr txBox="1"/>
          <p:nvPr/>
        </p:nvSpPr>
        <p:spPr>
          <a:xfrm>
            <a:off x="7942050" y="28770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5F64B0D-C7A9-186E-8DB1-24AF61AE2CA8}"/>
              </a:ext>
            </a:extLst>
          </p:cNvPr>
          <p:cNvSpPr txBox="1"/>
          <p:nvPr/>
        </p:nvSpPr>
        <p:spPr>
          <a:xfrm>
            <a:off x="7995245" y="3717551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ReservationButtons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06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9C2E42D-2E05-A8A6-7245-F39D51B0D15B}"/>
              </a:ext>
            </a:extLst>
          </p:cNvPr>
          <p:cNvSpPr txBox="1"/>
          <p:nvPr/>
        </p:nvSpPr>
        <p:spPr>
          <a:xfrm>
            <a:off x="5164588" y="1118818"/>
            <a:ext cx="354447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OrganisationEventProgram.xml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E14058-35F2-5D49-6DE3-6468C9BE6E93}"/>
              </a:ext>
            </a:extLst>
          </p:cNvPr>
          <p:cNvSpPr txBox="1"/>
          <p:nvPr/>
        </p:nvSpPr>
        <p:spPr>
          <a:xfrm>
            <a:off x="3186444" y="4259317"/>
            <a:ext cx="476807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PremisesLayout.xml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&gt;SPAGI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Marcello&lt;/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&gt;8000&lt;/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&gt;14000&lt;/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&gt;970&lt;/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&gt;6800&lt;/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&gt;950&lt;/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&gt;Bühne&lt;/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AdminReservation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&gt;AddReservation.htm&lt;/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button_list_reservations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button_print_reservations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2B5E97-0201-2A20-47D3-5B3F42BA66AC}"/>
              </a:ext>
            </a:extLst>
          </p:cNvPr>
          <p:cNvSpPr txBox="1"/>
          <p:nvPr/>
        </p:nvSpPr>
        <p:spPr>
          <a:xfrm>
            <a:off x="2526492" y="1118818"/>
            <a:ext cx="2854806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ReservationEvent_03.xml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&lt;H&gt;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&lt;D&gt;16&lt;/D&gt;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&lt;M&gt;11&lt;/M&gt;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&lt;Y&gt;2024&lt;/Y&gt;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&lt;B&gt;Yuri Storione ….&lt;/B&gt;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&lt;R&gt;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&lt;N&gt;Alex Vimposek&lt;/N&gt;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&lt;E&gt;vimposek@blowup.ch&lt;/E&gt;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&lt;A&gt;NYSV&lt;/A&gt;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&lt;C&gt;A&lt;/C&gt;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&lt;C&gt;C&lt;/C&gt;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&lt;/R&gt;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&lt;/H&gt;</a:t>
            </a:r>
          </a:p>
        </p:txBody>
      </p:sp>
    </p:spTree>
    <p:extLst>
      <p:ext uri="{BB962C8B-B14F-4D97-AF65-F5344CB8AC3E}">
        <p14:creationId xmlns:p14="http://schemas.microsoft.com/office/powerpoint/2010/main" val="3415705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BCA3E49-0E0B-CC13-99BA-425AD58BAC94}"/>
              </a:ext>
            </a:extLst>
          </p:cNvPr>
          <p:cNvSpPr txBox="1"/>
          <p:nvPr/>
        </p:nvSpPr>
        <p:spPr>
          <a:xfrm>
            <a:off x="2126708" y="1243786"/>
            <a:ext cx="3139126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InputEventReservationText.js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defaultLabelName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("Vorname und Nachname: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("First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family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Förnamn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och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efternamn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defaultInfoOpenReservation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("Ein Tischplan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("En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bordsplan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733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2642682-1E91-FB4F-10CA-9E21DB17F33C}"/>
              </a:ext>
            </a:extLst>
          </p:cNvPr>
          <p:cNvSpPr/>
          <p:nvPr/>
        </p:nvSpPr>
        <p:spPr>
          <a:xfrm>
            <a:off x="2607066" y="403041"/>
            <a:ext cx="4862732" cy="5717750"/>
          </a:xfrm>
          <a:prstGeom prst="rect">
            <a:avLst/>
          </a:prstGeom>
          <a:solidFill>
            <a:srgbClr val="DFE0E1"/>
          </a:solidFill>
          <a:ln>
            <a:solidFill>
              <a:srgbClr val="C8C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7EA8151-D18D-A827-4A9E-EC062B6D5A72}"/>
              </a:ext>
            </a:extLst>
          </p:cNvPr>
          <p:cNvSpPr txBox="1"/>
          <p:nvPr/>
        </p:nvSpPr>
        <p:spPr>
          <a:xfrm>
            <a:off x="2710331" y="1173073"/>
            <a:ext cx="1854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Ordner für Konzertsaal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70093-365D-DAFE-51C3-04D4B844E20D}"/>
              </a:ext>
            </a:extLst>
          </p:cNvPr>
          <p:cNvSpPr/>
          <p:nvPr/>
        </p:nvSpPr>
        <p:spPr>
          <a:xfrm>
            <a:off x="2745887" y="1429741"/>
            <a:ext cx="4500808" cy="174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diesem Ordner werden die generierte XML,HTML und Bild Dateien gespeichert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C750FFD-08AE-181C-1EC0-D39150B35EE3}"/>
              </a:ext>
            </a:extLst>
          </p:cNvPr>
          <p:cNvSpPr/>
          <p:nvPr/>
        </p:nvSpPr>
        <p:spPr>
          <a:xfrm>
            <a:off x="2663883" y="403041"/>
            <a:ext cx="4733333" cy="7690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</a:p>
          <a:p>
            <a:pPr algn="ctr"/>
            <a:r>
              <a:rPr lang="de-CH" sz="14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Sitzplan für Reservationen kreieren 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51A78176-2169-A80B-9AE8-9CD360F35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77" y="483913"/>
            <a:ext cx="2457143" cy="23809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7F204B98-9F06-532D-CE7F-2A2ABFB061C1}"/>
              </a:ext>
            </a:extLst>
          </p:cNvPr>
          <p:cNvSpPr/>
          <p:nvPr/>
        </p:nvSpPr>
        <p:spPr>
          <a:xfrm>
            <a:off x="2756400" y="232660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Rektanguläre Tische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F64A0CA9-97B7-20C1-C38D-ECF2C1C5E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360927"/>
            <a:ext cx="321154" cy="157428"/>
          </a:xfrm>
          <a:prstGeom prst="rect">
            <a:avLst/>
          </a:prstGeom>
        </p:spPr>
      </p:pic>
      <p:sp>
        <p:nvSpPr>
          <p:cNvPr id="36" name="Rechteck 35">
            <a:extLst>
              <a:ext uri="{FF2B5EF4-FFF2-40B4-BE49-F238E27FC236}">
                <a16:creationId xmlns:a16="http://schemas.microsoft.com/office/drawing/2014/main" id="{6CE69363-7DD7-314C-1AFE-B333A4A016C8}"/>
              </a:ext>
            </a:extLst>
          </p:cNvPr>
          <p:cNvSpPr/>
          <p:nvPr/>
        </p:nvSpPr>
        <p:spPr>
          <a:xfrm>
            <a:off x="2756400" y="2673288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Runde Tische 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085920AF-6262-557A-ADB8-A7D646A6A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707613"/>
            <a:ext cx="321154" cy="157428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1ADC9F8-DB3D-4F0B-6C44-A99A1136DED4}"/>
              </a:ext>
            </a:extLst>
          </p:cNvPr>
          <p:cNvSpPr/>
          <p:nvPr/>
        </p:nvSpPr>
        <p:spPr>
          <a:xfrm>
            <a:off x="2767553" y="301897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Türe</a:t>
            </a: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705BB5AD-332B-DD24-0080-AFA6FF7A0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91" y="3053297"/>
            <a:ext cx="321154" cy="157428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F390C1EB-661E-B548-2557-956316C723E1}"/>
              </a:ext>
            </a:extLst>
          </p:cNvPr>
          <p:cNvSpPr/>
          <p:nvPr/>
        </p:nvSpPr>
        <p:spPr>
          <a:xfrm>
            <a:off x="2737818" y="1683555"/>
            <a:ext cx="1509738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Grösse des Lokals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75F55D4-ABFE-DEDA-AF79-C5CC1D328446}"/>
              </a:ext>
            </a:extLst>
          </p:cNvPr>
          <p:cNvSpPr/>
          <p:nvPr/>
        </p:nvSpPr>
        <p:spPr>
          <a:xfrm>
            <a:off x="6009712" y="1675568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Tischfarbe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671DC49-3117-72B2-1AF3-61F61958B777}"/>
              </a:ext>
            </a:extLst>
          </p:cNvPr>
          <p:cNvSpPr/>
          <p:nvPr/>
        </p:nvSpPr>
        <p:spPr>
          <a:xfrm>
            <a:off x="4365032" y="1690210"/>
            <a:ext cx="1525726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9E61BCF-A8A7-3B29-BCED-104395E76766}"/>
              </a:ext>
            </a:extLst>
          </p:cNvPr>
          <p:cNvSpPr/>
          <p:nvPr/>
        </p:nvSpPr>
        <p:spPr>
          <a:xfrm>
            <a:off x="2745887" y="2031923"/>
            <a:ext cx="1501669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55A8488-4EE0-D619-2A82-B218B9849699}"/>
              </a:ext>
            </a:extLst>
          </p:cNvPr>
          <p:cNvSpPr/>
          <p:nvPr/>
        </p:nvSpPr>
        <p:spPr>
          <a:xfrm>
            <a:off x="2757040" y="3364656"/>
            <a:ext cx="4500808" cy="18766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die Eingabe von Daten für die verschiedene XML Element</a:t>
            </a:r>
          </a:p>
          <a:p>
            <a:endParaRPr lang="de-CH" sz="12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89D059-5891-357A-F8DF-CDFD7AB1A1A2}"/>
              </a:ext>
            </a:extLst>
          </p:cNvPr>
          <p:cNvSpPr/>
          <p:nvPr/>
        </p:nvSpPr>
        <p:spPr>
          <a:xfrm>
            <a:off x="5979974" y="5814600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77DF2A-6816-AD3E-5F7B-433B5A4140D2}"/>
              </a:ext>
            </a:extLst>
          </p:cNvPr>
          <p:cNvSpPr/>
          <p:nvPr/>
        </p:nvSpPr>
        <p:spPr>
          <a:xfrm>
            <a:off x="4563024" y="5813996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B961070-0902-6EBE-D304-66BFEC8AD6DF}"/>
              </a:ext>
            </a:extLst>
          </p:cNvPr>
          <p:cNvSpPr/>
          <p:nvPr/>
        </p:nvSpPr>
        <p:spPr>
          <a:xfrm>
            <a:off x="3801977" y="5388278"/>
            <a:ext cx="2482630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Dateien zum Server hochladen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5C8146-9AF8-AA1D-33F2-A86F90B0D083}"/>
              </a:ext>
            </a:extLst>
          </p:cNvPr>
          <p:cNvSpPr/>
          <p:nvPr/>
        </p:nvSpPr>
        <p:spPr>
          <a:xfrm>
            <a:off x="2767553" y="5784836"/>
            <a:ext cx="1631962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Neue XML Dateien </a:t>
            </a:r>
          </a:p>
        </p:txBody>
      </p:sp>
    </p:spTree>
    <p:extLst>
      <p:ext uri="{BB962C8B-B14F-4D97-AF65-F5344CB8AC3E}">
        <p14:creationId xmlns:p14="http://schemas.microsoft.com/office/powerpoint/2010/main" val="305776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841AEF3-9FDB-A0A1-749F-A73244FFCF62}"/>
              </a:ext>
            </a:extLst>
          </p:cNvPr>
          <p:cNvSpPr/>
          <p:nvPr/>
        </p:nvSpPr>
        <p:spPr>
          <a:xfrm>
            <a:off x="2686639" y="126379"/>
            <a:ext cx="6985262" cy="66609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65F298-6636-F429-0545-E060E7F40C5A}"/>
              </a:ext>
            </a:extLst>
          </p:cNvPr>
          <p:cNvSpPr txBox="1"/>
          <p:nvPr/>
        </p:nvSpPr>
        <p:spPr>
          <a:xfrm>
            <a:off x="2945130" y="137532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Id_div_layout_page</a:t>
            </a:r>
            <a:r>
              <a:rPr lang="de-CH" sz="1100" b="1" dirty="0"/>
              <a:t> </a:t>
            </a:r>
            <a:r>
              <a:rPr lang="de-CH" sz="1100" b="1" dirty="0" err="1"/>
              <a:t>cl_div_layout_page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A2DD3A-BA08-AD05-9BD7-E64F882A07AC}"/>
              </a:ext>
            </a:extLst>
          </p:cNvPr>
          <p:cNvSpPr/>
          <p:nvPr/>
        </p:nvSpPr>
        <p:spPr>
          <a:xfrm>
            <a:off x="2993527" y="410294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85B302-850C-94B4-8CCE-8F5AD4D75923}"/>
              </a:ext>
            </a:extLst>
          </p:cNvPr>
          <p:cNvSpPr txBox="1"/>
          <p:nvPr/>
        </p:nvSpPr>
        <p:spPr>
          <a:xfrm>
            <a:off x="2982733" y="387106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id_div_layout_text_logo</a:t>
            </a:r>
            <a:r>
              <a:rPr lang="de-CH" sz="1100" b="1" dirty="0"/>
              <a:t> </a:t>
            </a:r>
            <a:r>
              <a:rPr lang="de-CH" sz="1100" b="1" dirty="0" err="1"/>
              <a:t>cl_div_layout_text_logo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F89694-04B2-64FA-B7BC-0D48044C9D4F}"/>
              </a:ext>
            </a:extLst>
          </p:cNvPr>
          <p:cNvSpPr/>
          <p:nvPr/>
        </p:nvSpPr>
        <p:spPr>
          <a:xfrm>
            <a:off x="2989814" y="1568306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0C43D0-2328-2718-C43E-4442FDB2CD0B}"/>
              </a:ext>
            </a:extLst>
          </p:cNvPr>
          <p:cNvSpPr txBox="1"/>
          <p:nvPr/>
        </p:nvSpPr>
        <p:spPr>
          <a:xfrm>
            <a:off x="3161344" y="152781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id_div_layout_button_row_one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div_layout_button_row_one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E11070-A3C8-99EB-600C-836E98AF458B}"/>
              </a:ext>
            </a:extLst>
          </p:cNvPr>
          <p:cNvSpPr/>
          <p:nvPr/>
        </p:nvSpPr>
        <p:spPr>
          <a:xfrm>
            <a:off x="3366830" y="1792776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ECF2CA-C11E-97D0-3CAB-77F5BCAE4B0B}"/>
              </a:ext>
            </a:extLst>
          </p:cNvPr>
          <p:cNvSpPr/>
          <p:nvPr/>
        </p:nvSpPr>
        <p:spPr>
          <a:xfrm>
            <a:off x="7241406" y="1803836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D5F9BD4-54CE-05CA-A382-B03ECD3EE0EF}"/>
              </a:ext>
            </a:extLst>
          </p:cNvPr>
          <p:cNvSpPr/>
          <p:nvPr/>
        </p:nvSpPr>
        <p:spPr>
          <a:xfrm>
            <a:off x="5238766" y="1797180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4625DA-178D-E2BA-CFE1-A6633991E57D}"/>
              </a:ext>
            </a:extLst>
          </p:cNvPr>
          <p:cNvSpPr txBox="1"/>
          <p:nvPr/>
        </p:nvSpPr>
        <p:spPr>
          <a:xfrm>
            <a:off x="7267921" y="1817592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id_div_layout_button_three</a:t>
            </a:r>
            <a:endParaRPr lang="de-CH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A7C95A-C43B-70D9-11B6-908396F73982}"/>
              </a:ext>
            </a:extLst>
          </p:cNvPr>
          <p:cNvSpPr txBox="1"/>
          <p:nvPr/>
        </p:nvSpPr>
        <p:spPr>
          <a:xfrm>
            <a:off x="3367326" y="1769587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id_div_layout_button_one</a:t>
            </a:r>
            <a:endParaRPr lang="de-CH" b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714DDB-462B-122F-F79B-2B9A26C1593D}"/>
              </a:ext>
            </a:extLst>
          </p:cNvPr>
          <p:cNvSpPr txBox="1"/>
          <p:nvPr/>
        </p:nvSpPr>
        <p:spPr>
          <a:xfrm>
            <a:off x="5245312" y="1817592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id_div_layout_button_two</a:t>
            </a:r>
            <a:endParaRPr lang="de-CH" b="1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0E4AE8D-5BF7-5C1C-A13A-34F1F898533A}"/>
              </a:ext>
            </a:extLst>
          </p:cNvPr>
          <p:cNvSpPr/>
          <p:nvPr/>
        </p:nvSpPr>
        <p:spPr>
          <a:xfrm>
            <a:off x="2982301" y="2199134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A6B2D49-677A-BE9B-45AC-0493F9B86481}"/>
              </a:ext>
            </a:extLst>
          </p:cNvPr>
          <p:cNvSpPr txBox="1"/>
          <p:nvPr/>
        </p:nvSpPr>
        <p:spPr>
          <a:xfrm>
            <a:off x="3153831" y="2158645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id_div_layout_button_row_two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div_layout_button_row_two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1E40-D7BB-F505-F992-C61FAE9042B5}"/>
              </a:ext>
            </a:extLst>
          </p:cNvPr>
          <p:cNvSpPr/>
          <p:nvPr/>
        </p:nvSpPr>
        <p:spPr>
          <a:xfrm>
            <a:off x="3359317" y="2423604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23F79D7-B74C-F98B-6454-D599E4B80FAB}"/>
              </a:ext>
            </a:extLst>
          </p:cNvPr>
          <p:cNvSpPr/>
          <p:nvPr/>
        </p:nvSpPr>
        <p:spPr>
          <a:xfrm>
            <a:off x="7233893" y="2434664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9025BD-39C4-2CE7-BAA8-47347918DEBD}"/>
              </a:ext>
            </a:extLst>
          </p:cNvPr>
          <p:cNvSpPr/>
          <p:nvPr/>
        </p:nvSpPr>
        <p:spPr>
          <a:xfrm>
            <a:off x="5231253" y="2428008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FE70EC5-A7B6-6228-537C-E466FE42F0C3}"/>
              </a:ext>
            </a:extLst>
          </p:cNvPr>
          <p:cNvSpPr txBox="1"/>
          <p:nvPr/>
        </p:nvSpPr>
        <p:spPr>
          <a:xfrm>
            <a:off x="7260408" y="2448420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id_div_layout_button_six</a:t>
            </a:r>
            <a:endParaRPr lang="de-CH" b="1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B8AF87B-CD78-5037-FB52-A3E25054EEB5}"/>
              </a:ext>
            </a:extLst>
          </p:cNvPr>
          <p:cNvSpPr txBox="1"/>
          <p:nvPr/>
        </p:nvSpPr>
        <p:spPr>
          <a:xfrm>
            <a:off x="3357890" y="2400415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id_div_layout_button_four</a:t>
            </a:r>
            <a:endParaRPr lang="de-CH" b="1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B856456-A242-FEE4-8557-3E9B4313270D}"/>
              </a:ext>
            </a:extLst>
          </p:cNvPr>
          <p:cNvSpPr txBox="1"/>
          <p:nvPr/>
        </p:nvSpPr>
        <p:spPr>
          <a:xfrm>
            <a:off x="5237799" y="2448420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id_div_layout_button_five</a:t>
            </a:r>
            <a:endParaRPr lang="de-CH" b="1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BBCDABF-000E-07AB-714B-71EB40C33B71}"/>
              </a:ext>
            </a:extLst>
          </p:cNvPr>
          <p:cNvSpPr/>
          <p:nvPr/>
        </p:nvSpPr>
        <p:spPr>
          <a:xfrm>
            <a:off x="2991184" y="1278522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1F6DA6-6C0B-9DDC-DB7E-9CD6936FC19A}"/>
              </a:ext>
            </a:extLst>
          </p:cNvPr>
          <p:cNvSpPr txBox="1"/>
          <p:nvPr/>
        </p:nvSpPr>
        <p:spPr>
          <a:xfrm>
            <a:off x="3039342" y="1255334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id_div_layout_result_dir</a:t>
            </a:r>
            <a:r>
              <a:rPr lang="de-CH" sz="1100" b="1" dirty="0"/>
              <a:t> </a:t>
            </a:r>
            <a:r>
              <a:rPr lang="de-CH" sz="1100" b="1" dirty="0" err="1"/>
              <a:t>cl_div_layout_result_dir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F03D5A2-3F98-D52B-C333-EF41FD002936}"/>
              </a:ext>
            </a:extLst>
          </p:cNvPr>
          <p:cNvSpPr/>
          <p:nvPr/>
        </p:nvSpPr>
        <p:spPr>
          <a:xfrm>
            <a:off x="2990019" y="6086799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0ECB773-574E-7523-A37A-E6D90B505E3F}"/>
              </a:ext>
            </a:extLst>
          </p:cNvPr>
          <p:cNvSpPr txBox="1"/>
          <p:nvPr/>
        </p:nvSpPr>
        <p:spPr>
          <a:xfrm>
            <a:off x="3235939" y="6063611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id_div_layout_bottom_row</a:t>
            </a:r>
            <a:r>
              <a:rPr lang="de-CH" sz="1100" b="1" dirty="0"/>
              <a:t> </a:t>
            </a:r>
            <a:r>
              <a:rPr lang="de-CH" sz="1100" b="1" dirty="0" err="1"/>
              <a:t>cl_div_layout_bottom_row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5CA61E-29C4-910E-79BD-9519F0485441}"/>
              </a:ext>
            </a:extLst>
          </p:cNvPr>
          <p:cNvSpPr/>
          <p:nvPr/>
        </p:nvSpPr>
        <p:spPr>
          <a:xfrm>
            <a:off x="3428528" y="6337143"/>
            <a:ext cx="1569852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BD8E6E3-B236-7A77-BBF0-46E99EE79A65}"/>
              </a:ext>
            </a:extLst>
          </p:cNvPr>
          <p:cNvSpPr/>
          <p:nvPr/>
        </p:nvSpPr>
        <p:spPr>
          <a:xfrm>
            <a:off x="5246625" y="6348409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FBBB70-6F5C-3D7A-6034-6D6BC7EE4B42}"/>
              </a:ext>
            </a:extLst>
          </p:cNvPr>
          <p:cNvSpPr/>
          <p:nvPr/>
        </p:nvSpPr>
        <p:spPr>
          <a:xfrm>
            <a:off x="7407421" y="6348409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CBBAA9F-9AD2-B3D2-4BAC-483D4411337D}"/>
              </a:ext>
            </a:extLst>
          </p:cNvPr>
          <p:cNvSpPr txBox="1"/>
          <p:nvPr/>
        </p:nvSpPr>
        <p:spPr>
          <a:xfrm>
            <a:off x="7417406" y="6310874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id_div_layout_save</a:t>
            </a:r>
            <a:endParaRPr lang="de-CH" b="1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61E776-9520-234C-8390-67B0FE64257D}"/>
              </a:ext>
            </a:extLst>
          </p:cNvPr>
          <p:cNvSpPr txBox="1"/>
          <p:nvPr/>
        </p:nvSpPr>
        <p:spPr>
          <a:xfrm>
            <a:off x="5246529" y="6291587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id_div_layout_cancel</a:t>
            </a:r>
            <a:endParaRPr lang="de-CH" b="1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EAC76C7-839A-0838-B912-C9182DC300A0}"/>
              </a:ext>
            </a:extLst>
          </p:cNvPr>
          <p:cNvSpPr/>
          <p:nvPr/>
        </p:nvSpPr>
        <p:spPr>
          <a:xfrm>
            <a:off x="2989813" y="3741336"/>
            <a:ext cx="6511834" cy="17031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D0410A5-C4F8-F597-BDBA-DB47DFDC4153}"/>
              </a:ext>
            </a:extLst>
          </p:cNvPr>
          <p:cNvSpPr txBox="1"/>
          <p:nvPr/>
        </p:nvSpPr>
        <p:spPr>
          <a:xfrm>
            <a:off x="3007982" y="376774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id_div_layout_element_controls</a:t>
            </a:r>
            <a:r>
              <a:rPr lang="de-CH" sz="1100" b="1" dirty="0"/>
              <a:t> </a:t>
            </a:r>
            <a:r>
              <a:rPr lang="de-CH" sz="1100" b="1" dirty="0" err="1"/>
              <a:t>cl_div_layout_element_controls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EB8CA48-BCD3-1F3A-FF81-488F4A25AFD5}"/>
              </a:ext>
            </a:extLst>
          </p:cNvPr>
          <p:cNvSpPr/>
          <p:nvPr/>
        </p:nvSpPr>
        <p:spPr>
          <a:xfrm>
            <a:off x="2972601" y="2803549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73052AD-BD0C-E88D-28FB-8CE31B909603}"/>
              </a:ext>
            </a:extLst>
          </p:cNvPr>
          <p:cNvSpPr txBox="1"/>
          <p:nvPr/>
        </p:nvSpPr>
        <p:spPr>
          <a:xfrm>
            <a:off x="2994363" y="2780361"/>
            <a:ext cx="5616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Id_div_layout_dropdown_rect_tables</a:t>
            </a:r>
            <a:r>
              <a:rPr lang="de-CH" sz="1100" b="1" dirty="0"/>
              <a:t> cl_ </a:t>
            </a:r>
            <a:r>
              <a:rPr lang="de-CH" sz="1100" b="1" dirty="0" err="1"/>
              <a:t>div_layout_dropdown_rect_tables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CD6410F-4A52-79C6-D114-8598A3C22EA9}"/>
              </a:ext>
            </a:extLst>
          </p:cNvPr>
          <p:cNvSpPr/>
          <p:nvPr/>
        </p:nvSpPr>
        <p:spPr>
          <a:xfrm>
            <a:off x="2982301" y="3113725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D1F9247-CFEF-30C1-B8BE-ACCA338CB4D5}"/>
              </a:ext>
            </a:extLst>
          </p:cNvPr>
          <p:cNvSpPr txBox="1"/>
          <p:nvPr/>
        </p:nvSpPr>
        <p:spPr>
          <a:xfrm>
            <a:off x="2996064" y="3090537"/>
            <a:ext cx="59257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id_div_layout_dropdown_round_tables</a:t>
            </a:r>
            <a:r>
              <a:rPr lang="de-CH" sz="1100" b="1" dirty="0"/>
              <a:t> </a:t>
            </a:r>
            <a:r>
              <a:rPr lang="de-CH" sz="1100" b="1" dirty="0" err="1"/>
              <a:t>cl_div_layout_dropdown_round_tables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1F9D0C5-094F-FF61-4058-5CF6A3DDDC61}"/>
              </a:ext>
            </a:extLst>
          </p:cNvPr>
          <p:cNvSpPr/>
          <p:nvPr/>
        </p:nvSpPr>
        <p:spPr>
          <a:xfrm>
            <a:off x="2991183" y="3439643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D152937-8B3B-4063-FB8C-D845ED82A197}"/>
              </a:ext>
            </a:extLst>
          </p:cNvPr>
          <p:cNvSpPr txBox="1"/>
          <p:nvPr/>
        </p:nvSpPr>
        <p:spPr>
          <a:xfrm>
            <a:off x="3018277" y="3416455"/>
            <a:ext cx="54095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id_div_layout_dropdown_doors</a:t>
            </a:r>
            <a:r>
              <a:rPr lang="de-CH" sz="1100" b="1" dirty="0"/>
              <a:t> cl _</a:t>
            </a:r>
            <a:r>
              <a:rPr lang="de-CH" sz="1100" b="1" dirty="0" err="1"/>
              <a:t>div_layout_dropdown_doors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7F66D-C537-64ED-38F2-48A56B63C2A0}"/>
              </a:ext>
            </a:extLst>
          </p:cNvPr>
          <p:cNvSpPr/>
          <p:nvPr/>
        </p:nvSpPr>
        <p:spPr>
          <a:xfrm>
            <a:off x="2980319" y="5494481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A8A7137-8E44-28D3-9614-6877D54E31BC}"/>
              </a:ext>
            </a:extLst>
          </p:cNvPr>
          <p:cNvSpPr txBox="1"/>
          <p:nvPr/>
        </p:nvSpPr>
        <p:spPr>
          <a:xfrm>
            <a:off x="3226239" y="5471293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id_div_layout_execution_row</a:t>
            </a:r>
            <a:r>
              <a:rPr lang="de-CH" sz="1100" b="1" dirty="0"/>
              <a:t> </a:t>
            </a:r>
            <a:r>
              <a:rPr lang="de-CH" sz="1100" b="1" dirty="0" err="1"/>
              <a:t>cl_div_layout_execution_row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4DDA54-B41F-3FA3-753C-0CF5E43E1E32}"/>
              </a:ext>
            </a:extLst>
          </p:cNvPr>
          <p:cNvSpPr/>
          <p:nvPr/>
        </p:nvSpPr>
        <p:spPr>
          <a:xfrm>
            <a:off x="3418828" y="5744825"/>
            <a:ext cx="1248534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74A0BC-B6CD-7B1B-D350-E078DE2E9001}"/>
              </a:ext>
            </a:extLst>
          </p:cNvPr>
          <p:cNvSpPr/>
          <p:nvPr/>
        </p:nvSpPr>
        <p:spPr>
          <a:xfrm>
            <a:off x="5236925" y="5756091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62BFB58-2BC5-434D-83F1-A339BC388262}"/>
              </a:ext>
            </a:extLst>
          </p:cNvPr>
          <p:cNvSpPr/>
          <p:nvPr/>
        </p:nvSpPr>
        <p:spPr>
          <a:xfrm>
            <a:off x="7397721" y="5756091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0518486-C568-1BA8-5F58-E670737AC37B}"/>
              </a:ext>
            </a:extLst>
          </p:cNvPr>
          <p:cNvSpPr txBox="1"/>
          <p:nvPr/>
        </p:nvSpPr>
        <p:spPr>
          <a:xfrm>
            <a:off x="5236829" y="5699269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id_div_layout_upload</a:t>
            </a:r>
            <a:endParaRPr lang="de-CH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8528DB4-7688-3896-9314-FABD5071F60F}"/>
              </a:ext>
            </a:extLst>
          </p:cNvPr>
          <p:cNvSpPr txBox="1"/>
          <p:nvPr/>
        </p:nvSpPr>
        <p:spPr>
          <a:xfrm>
            <a:off x="3411781" y="6321991"/>
            <a:ext cx="1710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id_div_layout_xml_new</a:t>
            </a:r>
            <a:endParaRPr lang="de-CH" b="1" dirty="0"/>
          </a:p>
        </p:txBody>
      </p:sp>
    </p:spTree>
    <p:extLst>
      <p:ext uri="{BB962C8B-B14F-4D97-AF65-F5344CB8AC3E}">
        <p14:creationId xmlns:p14="http://schemas.microsoft.com/office/powerpoint/2010/main" val="2343944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007CA7-D1DB-4F19-3DE1-E8EA514C4860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3896708" y="1209137"/>
            <a:ext cx="0" cy="194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D450FB2-3A4E-6846-5FE5-A522AF2B2F04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D6D53E08-4A06-206C-72B8-69D0633BD311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56D22FF-E6E4-B168-A521-F6326B757BBA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AE5FA34-AAD9-CCAB-8333-F3AA5DCEA76F}"/>
              </a:ext>
            </a:extLst>
          </p:cNvPr>
          <p:cNvSpPr/>
          <p:nvPr/>
        </p:nvSpPr>
        <p:spPr>
          <a:xfrm>
            <a:off x="2839046" y="93599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Flussdiagramm: Karte 37">
            <a:extLst>
              <a:ext uri="{FF2B5EF4-FFF2-40B4-BE49-F238E27FC236}">
                <a16:creationId xmlns:a16="http://schemas.microsoft.com/office/drawing/2014/main" id="{9D5883C6-94F5-03FC-B663-0BBC4F68972B}"/>
              </a:ext>
            </a:extLst>
          </p:cNvPr>
          <p:cNvSpPr/>
          <p:nvPr/>
        </p:nvSpPr>
        <p:spPr>
          <a:xfrm>
            <a:off x="1316567" y="1557838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8AAAC68-2551-0125-42EE-550FB63F7505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44C73F8-833B-4CE4-7725-99584EDC6AF7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B7D40E7-AA9C-659B-4240-E4D700357E8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AC982C37-0F8D-B89F-AEE9-261D517CCF1D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D85F0C5B-E5B5-6F3E-CD76-851D56430B64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91B9506-E08C-9AED-868A-3E1D16847E0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D1D3645-27FC-B185-0E71-255004EA113F}"/>
              </a:ext>
            </a:extLst>
          </p:cNvPr>
          <p:cNvCxnSpPr>
            <a:cxnSpLocks/>
          </p:cNvCxnSpPr>
          <p:nvPr/>
        </p:nvCxnSpPr>
        <p:spPr>
          <a:xfrm flipV="1">
            <a:off x="10236030" y="570372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0E168F6-6E1F-5062-CEA5-1A5517F9764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CBA657A-4886-EED3-9F19-A0B2B9B69D0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A1D9B67-B764-5E91-33EE-662143FE2537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EDEA4E5-F0C5-A027-DE74-E3AF869FE6A0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03B6958-DDCD-BBBD-7281-8DE597E239E0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4E078C0-62EE-0725-2B31-2EAE9AF1376D}"/>
              </a:ext>
            </a:extLst>
          </p:cNvPr>
          <p:cNvSpPr txBox="1"/>
          <p:nvPr/>
        </p:nvSpPr>
        <p:spPr>
          <a:xfrm>
            <a:off x="1304652" y="1854049"/>
            <a:ext cx="1756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organisations</a:t>
            </a:r>
            <a:r>
              <a:rPr lang="de-CH" sz="1100" b="1" dirty="0">
                <a:latin typeface="Aptos Narrow" panose="020B0004020202020204" pitchFamily="34" charset="0"/>
              </a:rPr>
              <a:t> and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6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8064CE6-5315-5F34-B5D7-2F5F0BB652D5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3038945" y="502277"/>
            <a:ext cx="971" cy="207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5AFCEC9-D3BA-DC8D-7C0D-F7F570D38BCF}"/>
              </a:ext>
            </a:extLst>
          </p:cNvPr>
          <p:cNvCxnSpPr>
            <a:cxnSpLocks/>
          </p:cNvCxnSpPr>
          <p:nvPr/>
        </p:nvCxnSpPr>
        <p:spPr>
          <a:xfrm flipV="1">
            <a:off x="3588150" y="3937802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29050384-250D-AA0D-0C9A-DEFA80B2A29C}"/>
              </a:ext>
            </a:extLst>
          </p:cNvPr>
          <p:cNvCxnSpPr>
            <a:cxnSpLocks/>
          </p:cNvCxnSpPr>
          <p:nvPr/>
        </p:nvCxnSpPr>
        <p:spPr>
          <a:xfrm flipV="1">
            <a:off x="3267638" y="3541103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ussdiagramm: Karte 43">
            <a:extLst>
              <a:ext uri="{FF2B5EF4-FFF2-40B4-BE49-F238E27FC236}">
                <a16:creationId xmlns:a16="http://schemas.microsoft.com/office/drawing/2014/main" id="{694B3935-953F-8AE0-4B68-64441F150C91}"/>
              </a:ext>
            </a:extLst>
          </p:cNvPr>
          <p:cNvSpPr/>
          <p:nvPr/>
        </p:nvSpPr>
        <p:spPr>
          <a:xfrm>
            <a:off x="4107043" y="1731132"/>
            <a:ext cx="169628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ReservationProgram.htm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5F402B03-C367-B451-968B-9503C5A2CB0E}"/>
              </a:ext>
            </a:extLst>
          </p:cNvPr>
          <p:cNvCxnSpPr>
            <a:cxnSpLocks/>
          </p:cNvCxnSpPr>
          <p:nvPr/>
        </p:nvCxnSpPr>
        <p:spPr>
          <a:xfrm flipV="1">
            <a:off x="2199329" y="254554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2D8C51E-F28D-9D20-4761-1C43F7C857D2}"/>
              </a:ext>
            </a:extLst>
          </p:cNvPr>
          <p:cNvCxnSpPr>
            <a:cxnSpLocks/>
          </p:cNvCxnSpPr>
          <p:nvPr/>
        </p:nvCxnSpPr>
        <p:spPr>
          <a:xfrm>
            <a:off x="2184917" y="2554828"/>
            <a:ext cx="4298506" cy="20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181A53F9-54C9-D1FC-FB94-CC675DF705F2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6CBE693C-5832-3057-7981-0BCA24D1E6C3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049C97D-30EC-AF4C-D193-779F2B613900}"/>
              </a:ext>
            </a:extLst>
          </p:cNvPr>
          <p:cNvCxnSpPr>
            <a:cxnSpLocks/>
          </p:cNvCxnSpPr>
          <p:nvPr/>
        </p:nvCxnSpPr>
        <p:spPr>
          <a:xfrm flipV="1">
            <a:off x="4979348" y="157574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F767B0E5-7020-075A-D65D-ED01F0A46FD3}"/>
              </a:ext>
            </a:extLst>
          </p:cNvPr>
          <p:cNvCxnSpPr>
            <a:cxnSpLocks/>
          </p:cNvCxnSpPr>
          <p:nvPr/>
        </p:nvCxnSpPr>
        <p:spPr>
          <a:xfrm flipV="1">
            <a:off x="1312108" y="157259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C6DA9AF-4D1D-7957-48B8-E8DEBD888EFF}"/>
              </a:ext>
            </a:extLst>
          </p:cNvPr>
          <p:cNvCxnSpPr>
            <a:cxnSpLocks/>
          </p:cNvCxnSpPr>
          <p:nvPr/>
        </p:nvCxnSpPr>
        <p:spPr>
          <a:xfrm flipV="1">
            <a:off x="2360072" y="2545235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6BD4F10-8D0A-8154-C8FA-BC24D9F5E71E}"/>
              </a:ext>
            </a:extLst>
          </p:cNvPr>
          <p:cNvCxnSpPr>
            <a:cxnSpLocks/>
          </p:cNvCxnSpPr>
          <p:nvPr/>
        </p:nvCxnSpPr>
        <p:spPr>
          <a:xfrm flipV="1">
            <a:off x="2611825" y="2545235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C7759C-8A60-D0E9-2A27-92FCA81A23D6}"/>
              </a:ext>
            </a:extLst>
          </p:cNvPr>
          <p:cNvCxnSpPr>
            <a:cxnSpLocks/>
          </p:cNvCxnSpPr>
          <p:nvPr/>
        </p:nvCxnSpPr>
        <p:spPr>
          <a:xfrm flipV="1">
            <a:off x="2849761" y="2545235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DC7C1A75-3845-DEBA-B438-5BCA83F11BAA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31C7A037-C45A-EF1E-3189-8522C097ACA8}"/>
              </a:ext>
            </a:extLst>
          </p:cNvPr>
          <p:cNvSpPr/>
          <p:nvPr/>
        </p:nvSpPr>
        <p:spPr>
          <a:xfrm>
            <a:off x="1392943" y="2706083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0" name="Flussdiagramm: Karte 9">
            <a:extLst>
              <a:ext uri="{FF2B5EF4-FFF2-40B4-BE49-F238E27FC236}">
                <a16:creationId xmlns:a16="http://schemas.microsoft.com/office/drawing/2014/main" id="{B976B9F2-568B-9272-57F1-3D959A1DA337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3" name="Flussdiagramm: Karte 12">
            <a:extLst>
              <a:ext uri="{FF2B5EF4-FFF2-40B4-BE49-F238E27FC236}">
                <a16:creationId xmlns:a16="http://schemas.microsoft.com/office/drawing/2014/main" id="{CF18C8ED-3BD8-09F4-9FA9-91A13B1C2ACB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DEF95-4E4C-3EAA-1B58-682F922A79EB}"/>
              </a:ext>
            </a:extLst>
          </p:cNvPr>
          <p:cNvSpPr/>
          <p:nvPr/>
        </p:nvSpPr>
        <p:spPr>
          <a:xfrm>
            <a:off x="3290652" y="2711961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60B878-9892-48FF-E5B3-3E46B60E1DDC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AC423F6-95E0-F856-35C7-CC935DB3382E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29DD403-C2AD-98A1-1C97-1697ED624260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A4BE50C-3750-1012-F24D-CFE899B87A38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3" name="Flussdiagramm: Karte 22">
            <a:extLst>
              <a:ext uri="{FF2B5EF4-FFF2-40B4-BE49-F238E27FC236}">
                <a16:creationId xmlns:a16="http://schemas.microsoft.com/office/drawing/2014/main" id="{EE58BC33-4A59-1294-E8A5-1B98D941A953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A58F6B-7DBD-6566-D1E7-19293926D6C1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BBA159-8BA0-328B-89F2-A63CF16D3A2E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64596DB-CC36-B734-1694-6C0463474175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EFC98272-D5A1-BF86-F661-3EB4C38052B5}"/>
              </a:ext>
            </a:extLst>
          </p:cNvPr>
          <p:cNvSpPr/>
          <p:nvPr/>
        </p:nvSpPr>
        <p:spPr>
          <a:xfrm>
            <a:off x="2069633" y="1078857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JAZZ_live_AARAU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Flussdiagramm: Karte 85">
            <a:extLst>
              <a:ext uri="{FF2B5EF4-FFF2-40B4-BE49-F238E27FC236}">
                <a16:creationId xmlns:a16="http://schemas.microsoft.com/office/drawing/2014/main" id="{D8C0096E-E3D6-2735-F22F-B5A8382D97DB}"/>
              </a:ext>
            </a:extLst>
          </p:cNvPr>
          <p:cNvSpPr/>
          <p:nvPr/>
        </p:nvSpPr>
        <p:spPr>
          <a:xfrm>
            <a:off x="617562" y="1756912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88" name="Flussdiagramm: Karte 87">
            <a:extLst>
              <a:ext uri="{FF2B5EF4-FFF2-40B4-BE49-F238E27FC236}">
                <a16:creationId xmlns:a16="http://schemas.microsoft.com/office/drawing/2014/main" id="{1A711863-A967-4E23-6F39-CF2BC38ED72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89" name="Flussdiagramm: Karte 88">
            <a:extLst>
              <a:ext uri="{FF2B5EF4-FFF2-40B4-BE49-F238E27FC236}">
                <a16:creationId xmlns:a16="http://schemas.microsoft.com/office/drawing/2014/main" id="{EF4BC4C6-2FC8-3812-0083-B2A4BED930C1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152C960-0274-2D47-209C-DB1BC626BDC7}"/>
              </a:ext>
            </a:extLst>
          </p:cNvPr>
          <p:cNvSpPr/>
          <p:nvPr/>
        </p:nvSpPr>
        <p:spPr>
          <a:xfrm>
            <a:off x="1981283" y="22913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ReservationOrganisations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54C0B7B-40DA-2012-B311-3BF9EB100D4D}"/>
              </a:ext>
            </a:extLst>
          </p:cNvPr>
          <p:cNvCxnSpPr>
            <a:cxnSpLocks/>
          </p:cNvCxnSpPr>
          <p:nvPr/>
        </p:nvCxnSpPr>
        <p:spPr>
          <a:xfrm flipV="1">
            <a:off x="1201587" y="849000"/>
            <a:ext cx="4179991" cy="21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0C1FF0-496A-00C1-B615-D590962F5E81}"/>
              </a:ext>
            </a:extLst>
          </p:cNvPr>
          <p:cNvCxnSpPr>
            <a:cxnSpLocks/>
          </p:cNvCxnSpPr>
          <p:nvPr/>
        </p:nvCxnSpPr>
        <p:spPr>
          <a:xfrm flipV="1">
            <a:off x="4721753" y="87001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7F35C555-BB5E-C1AD-4680-FE0F6754EE7B}"/>
              </a:ext>
            </a:extLst>
          </p:cNvPr>
          <p:cNvSpPr/>
          <p:nvPr/>
        </p:nvSpPr>
        <p:spPr>
          <a:xfrm>
            <a:off x="5921370" y="1757698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BA8DEC5-43D1-2F11-8C9A-1D717580E09B}"/>
              </a:ext>
            </a:extLst>
          </p:cNvPr>
          <p:cNvCxnSpPr>
            <a:cxnSpLocks/>
          </p:cNvCxnSpPr>
          <p:nvPr/>
        </p:nvCxnSpPr>
        <p:spPr>
          <a:xfrm flipV="1">
            <a:off x="3502670" y="256595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6E023BF-40FE-1FB3-B101-5079D0456F35}"/>
              </a:ext>
            </a:extLst>
          </p:cNvPr>
          <p:cNvCxnSpPr>
            <a:cxnSpLocks/>
          </p:cNvCxnSpPr>
          <p:nvPr/>
        </p:nvCxnSpPr>
        <p:spPr>
          <a:xfrm flipV="1">
            <a:off x="6168848" y="156815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A2BACF92-04F1-E261-08F8-69E2F5435D6D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9E84B59-8983-67CD-5A92-163724BE6D89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5438F22-C594-DCEB-FE7D-AFE7D242E69E}"/>
              </a:ext>
            </a:extLst>
          </p:cNvPr>
          <p:cNvSpPr txBox="1"/>
          <p:nvPr/>
        </p:nvSpPr>
        <p:spPr>
          <a:xfrm>
            <a:off x="5756454" y="1991843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5FA50DF-3C01-84EB-D4FE-80C327832EBB}"/>
              </a:ext>
            </a:extLst>
          </p:cNvPr>
          <p:cNvSpPr/>
          <p:nvPr/>
        </p:nvSpPr>
        <p:spPr>
          <a:xfrm>
            <a:off x="4203498" y="1069799"/>
            <a:ext cx="1036510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A86A2B5-D0C8-72FA-FEC9-377D83C52B61}"/>
              </a:ext>
            </a:extLst>
          </p:cNvPr>
          <p:cNvSpPr txBox="1"/>
          <p:nvPr/>
        </p:nvSpPr>
        <p:spPr>
          <a:xfrm>
            <a:off x="634539" y="2066167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84B6018-D01C-CA85-2788-0541AF3C8C16}"/>
              </a:ext>
            </a:extLst>
          </p:cNvPr>
          <p:cNvSpPr txBox="1"/>
          <p:nvPr/>
        </p:nvSpPr>
        <p:spPr>
          <a:xfrm>
            <a:off x="4046633" y="2010536"/>
            <a:ext cx="1756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Create/</a:t>
            </a:r>
            <a:r>
              <a:rPr lang="de-CH" sz="1100" b="1" dirty="0" err="1">
                <a:latin typeface="Aptos Narrow" panose="020B0004020202020204" pitchFamily="34" charset="0"/>
              </a:rPr>
              <a:t>edit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A057B623-7D6C-38A5-0FDE-F5BFE38C1E64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2660171-71EA-1D3F-C942-F2DD68F956FA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AF96393E-6C17-01C7-0894-4BF60ECF171A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1BFBCD-A486-C050-27DA-2009F977B6C3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FF0F16B-0E65-5B85-037B-EF063F8F3C5F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3D9B5ABC-E4F5-647E-5EA8-428DE20D7A51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4242606-B3C9-BC5C-D50F-8D86479F421F}"/>
              </a:ext>
            </a:extLst>
          </p:cNvPr>
          <p:cNvSpPr txBox="1"/>
          <p:nvPr/>
        </p:nvSpPr>
        <p:spPr>
          <a:xfrm>
            <a:off x="7771436" y="1854049"/>
            <a:ext cx="2723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 err="1">
                <a:latin typeface="Aptos Narrow" panose="020B0004020202020204" pitchFamily="34" charset="0"/>
              </a:rPr>
              <a:t>Ideas</a:t>
            </a:r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Main </a:t>
            </a:r>
            <a:r>
              <a:rPr lang="de-CH" sz="1200" b="1" dirty="0" err="1">
                <a:latin typeface="Aptos Narrow" panose="020B0004020202020204" pitchFamily="34" charset="0"/>
              </a:rPr>
              <a:t>function</a:t>
            </a:r>
            <a:r>
              <a:rPr lang="de-CH" sz="1200" b="1" dirty="0">
                <a:latin typeface="Aptos Narrow" panose="020B0004020202020204" pitchFamily="34" charset="0"/>
              </a:rPr>
              <a:t> in </a:t>
            </a:r>
            <a:r>
              <a:rPr lang="de-CH" sz="1200" b="1" dirty="0" err="1">
                <a:latin typeface="Aptos Narrow" panose="020B0004020202020204" pitchFamily="34" charset="0"/>
              </a:rPr>
              <a:t>the</a:t>
            </a:r>
            <a:r>
              <a:rPr lang="de-CH" sz="1200" b="1" dirty="0">
                <a:latin typeface="Aptos Narrow" panose="020B0004020202020204" pitchFamily="34" charset="0"/>
              </a:rPr>
              <a:t> HTML </a:t>
            </a:r>
            <a:r>
              <a:rPr lang="de-CH" sz="1200" b="1" dirty="0" err="1">
                <a:latin typeface="Aptos Narrow" panose="020B0004020202020204" pitchFamily="34" charset="0"/>
              </a:rPr>
              <a:t>file</a:t>
            </a:r>
            <a:endParaRPr lang="de-CH" sz="1200" b="1" dirty="0">
              <a:latin typeface="Aptos Narrow" panose="020B0004020202020204" pitchFamily="34" charset="0"/>
            </a:endParaRPr>
          </a:p>
          <a:p>
            <a:r>
              <a:rPr lang="de-CH" sz="1200" b="1" dirty="0">
                <a:latin typeface="Aptos Narrow" panose="020B0004020202020204" pitchFamily="34" charset="0"/>
              </a:rPr>
              <a:t>All </a:t>
            </a:r>
            <a:r>
              <a:rPr lang="de-CH" sz="1200" b="1" dirty="0" err="1">
                <a:latin typeface="Aptos Narrow" panose="020B0004020202020204" pitchFamily="34" charset="0"/>
              </a:rPr>
              <a:t>other</a:t>
            </a:r>
            <a:r>
              <a:rPr lang="de-CH" sz="1200" b="1" dirty="0">
                <a:latin typeface="Aptos Narrow" panose="020B0004020202020204" pitchFamily="34" charset="0"/>
              </a:rPr>
              <a:t> JavaScripts in </a:t>
            </a:r>
            <a:r>
              <a:rPr lang="de-CH" sz="1200" b="1" dirty="0" err="1">
                <a:latin typeface="Aptos Narrow" panose="020B0004020202020204" pitchFamily="34" charset="0"/>
              </a:rPr>
              <a:t>Libs</a:t>
            </a:r>
            <a:r>
              <a:rPr lang="de-CH" sz="1200" b="1" dirty="0">
                <a:latin typeface="Aptos Narrow" panose="020B0004020202020204" pitchFamily="34" charset="0"/>
              </a:rPr>
              <a:t> (</a:t>
            </a:r>
            <a:r>
              <a:rPr lang="de-CH" sz="1200" b="1" dirty="0" err="1">
                <a:latin typeface="Aptos Narrow" panose="020B0004020202020204" pitchFamily="34" charset="0"/>
              </a:rPr>
              <a:t>with</a:t>
            </a:r>
            <a:r>
              <a:rPr lang="de-CH" sz="1200" b="1" dirty="0">
                <a:latin typeface="Aptos Narrow" panose="020B0004020202020204" pitchFamily="34" charset="0"/>
              </a:rPr>
              <a:t> date)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1781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BEA9438-F5FE-EF6F-3FF2-19E60B6E3BB8}"/>
              </a:ext>
            </a:extLst>
          </p:cNvPr>
          <p:cNvCxnSpPr>
            <a:cxnSpLocks/>
          </p:cNvCxnSpPr>
          <p:nvPr/>
        </p:nvCxnSpPr>
        <p:spPr>
          <a:xfrm flipV="1">
            <a:off x="879571" y="366672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5F1DDC-265D-116C-7CD8-27F9C6A555CB}"/>
              </a:ext>
            </a:extLst>
          </p:cNvPr>
          <p:cNvCxnSpPr>
            <a:cxnSpLocks/>
          </p:cNvCxnSpPr>
          <p:nvPr/>
        </p:nvCxnSpPr>
        <p:spPr>
          <a:xfrm>
            <a:off x="893441" y="3666416"/>
            <a:ext cx="5818539" cy="6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004026-E076-D50D-5694-D677324FA3D1}"/>
              </a:ext>
            </a:extLst>
          </p:cNvPr>
          <p:cNvCxnSpPr>
            <a:cxnSpLocks/>
          </p:cNvCxnSpPr>
          <p:nvPr/>
        </p:nvCxnSpPr>
        <p:spPr>
          <a:xfrm flipV="1">
            <a:off x="5648613" y="365959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DA338F-5879-23D4-EFFE-E07A32B691EA}"/>
              </a:ext>
            </a:extLst>
          </p:cNvPr>
          <p:cNvCxnSpPr>
            <a:cxnSpLocks/>
          </p:cNvCxnSpPr>
          <p:nvPr/>
        </p:nvCxnSpPr>
        <p:spPr>
          <a:xfrm flipV="1">
            <a:off x="6711980" y="366673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A0F663A-6C90-76BF-726F-04A735F9B126}"/>
              </a:ext>
            </a:extLst>
          </p:cNvPr>
          <p:cNvSpPr/>
          <p:nvPr/>
        </p:nvSpPr>
        <p:spPr>
          <a:xfrm>
            <a:off x="2372809" y="2314959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152275F-9CFA-9EF3-3003-13F02E92819D}"/>
              </a:ext>
            </a:extLst>
          </p:cNvPr>
          <p:cNvCxnSpPr>
            <a:cxnSpLocks/>
          </p:cNvCxnSpPr>
          <p:nvPr/>
        </p:nvCxnSpPr>
        <p:spPr>
          <a:xfrm flipV="1">
            <a:off x="5825764" y="153554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549F49-46F2-B1EB-A943-D2C1BB1B25F2}"/>
              </a:ext>
            </a:extLst>
          </p:cNvPr>
          <p:cNvCxnSpPr>
            <a:cxnSpLocks/>
          </p:cNvCxnSpPr>
          <p:nvPr/>
        </p:nvCxnSpPr>
        <p:spPr>
          <a:xfrm flipV="1">
            <a:off x="3110130" y="2588100"/>
            <a:ext cx="9526" cy="1078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73076C07-6AD5-35B0-6134-EA2F7B65C5D3}"/>
              </a:ext>
            </a:extLst>
          </p:cNvPr>
          <p:cNvCxnSpPr>
            <a:cxnSpLocks/>
          </p:cNvCxnSpPr>
          <p:nvPr/>
        </p:nvCxnSpPr>
        <p:spPr>
          <a:xfrm flipV="1">
            <a:off x="4615173" y="366697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C390215-DC59-9F4A-424C-6EEF38895F66}"/>
              </a:ext>
            </a:extLst>
          </p:cNvPr>
          <p:cNvCxnSpPr>
            <a:cxnSpLocks/>
          </p:cNvCxnSpPr>
          <p:nvPr/>
        </p:nvCxnSpPr>
        <p:spPr>
          <a:xfrm flipV="1">
            <a:off x="3143311" y="40799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081E7-FA57-EA27-2CD4-738BCEC64B04}"/>
              </a:ext>
            </a:extLst>
          </p:cNvPr>
          <p:cNvCxnSpPr>
            <a:cxnSpLocks/>
          </p:cNvCxnSpPr>
          <p:nvPr/>
        </p:nvCxnSpPr>
        <p:spPr>
          <a:xfrm flipV="1">
            <a:off x="6720655" y="410655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7F307C-4EFA-49A8-3A84-CD678C5980D3}"/>
              </a:ext>
            </a:extLst>
          </p:cNvPr>
          <p:cNvCxnSpPr>
            <a:cxnSpLocks/>
          </p:cNvCxnSpPr>
          <p:nvPr/>
        </p:nvCxnSpPr>
        <p:spPr>
          <a:xfrm flipV="1">
            <a:off x="1040314" y="3666416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4C7BBC6-2235-CE98-1CFB-FE5411CEBA64}"/>
              </a:ext>
            </a:extLst>
          </p:cNvPr>
          <p:cNvCxnSpPr>
            <a:cxnSpLocks/>
          </p:cNvCxnSpPr>
          <p:nvPr/>
        </p:nvCxnSpPr>
        <p:spPr>
          <a:xfrm flipV="1">
            <a:off x="1292067" y="3666416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A20C46-081D-C4B9-C671-63D3A1D8C0AC}"/>
              </a:ext>
            </a:extLst>
          </p:cNvPr>
          <p:cNvCxnSpPr>
            <a:cxnSpLocks/>
          </p:cNvCxnSpPr>
          <p:nvPr/>
        </p:nvCxnSpPr>
        <p:spPr>
          <a:xfrm flipV="1">
            <a:off x="1530003" y="3666416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E350A782-3B1D-2249-B94D-0508E36EB1EB}"/>
              </a:ext>
            </a:extLst>
          </p:cNvPr>
          <p:cNvSpPr/>
          <p:nvPr/>
        </p:nvSpPr>
        <p:spPr>
          <a:xfrm>
            <a:off x="723617" y="5083017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DF9D9CDE-26A4-2661-7640-437D7B80D783}"/>
              </a:ext>
            </a:extLst>
          </p:cNvPr>
          <p:cNvSpPr/>
          <p:nvPr/>
        </p:nvSpPr>
        <p:spPr>
          <a:xfrm>
            <a:off x="73185" y="3827264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E9A65FA4-06FD-2585-AA9A-0740ECAA2176}"/>
              </a:ext>
            </a:extLst>
          </p:cNvPr>
          <p:cNvSpPr/>
          <p:nvPr/>
        </p:nvSpPr>
        <p:spPr>
          <a:xfrm>
            <a:off x="233928" y="4240516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20" name="Flussdiagramm: Karte 19">
            <a:extLst>
              <a:ext uri="{FF2B5EF4-FFF2-40B4-BE49-F238E27FC236}">
                <a16:creationId xmlns:a16="http://schemas.microsoft.com/office/drawing/2014/main" id="{8908F30D-C9C9-38AE-280E-ABC55B6F9CF9}"/>
              </a:ext>
            </a:extLst>
          </p:cNvPr>
          <p:cNvSpPr/>
          <p:nvPr/>
        </p:nvSpPr>
        <p:spPr>
          <a:xfrm>
            <a:off x="485681" y="466318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A8A00D-E711-FF27-4345-BA7EC2114DBD}"/>
              </a:ext>
            </a:extLst>
          </p:cNvPr>
          <p:cNvSpPr/>
          <p:nvPr/>
        </p:nvSpPr>
        <p:spPr>
          <a:xfrm>
            <a:off x="4182766" y="383341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CC5E69B-52D6-D648-C061-51857780D7C9}"/>
              </a:ext>
            </a:extLst>
          </p:cNvPr>
          <p:cNvSpPr/>
          <p:nvPr/>
        </p:nvSpPr>
        <p:spPr>
          <a:xfrm>
            <a:off x="5121737" y="3833411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13BEFD7-D29D-F0BB-4587-79228969A41E}"/>
              </a:ext>
            </a:extLst>
          </p:cNvPr>
          <p:cNvSpPr/>
          <p:nvPr/>
        </p:nvSpPr>
        <p:spPr>
          <a:xfrm>
            <a:off x="6274860" y="384237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D30256-3E8D-E677-8ECC-77EDF3C8A48D}"/>
              </a:ext>
            </a:extLst>
          </p:cNvPr>
          <p:cNvCxnSpPr>
            <a:cxnSpLocks/>
          </p:cNvCxnSpPr>
          <p:nvPr/>
        </p:nvCxnSpPr>
        <p:spPr>
          <a:xfrm flipV="1">
            <a:off x="3119656" y="367556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4B3501EE-018A-0229-F1E6-CABFE3FBD3AE}"/>
              </a:ext>
            </a:extLst>
          </p:cNvPr>
          <p:cNvSpPr/>
          <p:nvPr/>
        </p:nvSpPr>
        <p:spPr>
          <a:xfrm>
            <a:off x="2664335" y="385033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6" name="Flussdiagramm: Karte 25">
            <a:extLst>
              <a:ext uri="{FF2B5EF4-FFF2-40B4-BE49-F238E27FC236}">
                <a16:creationId xmlns:a16="http://schemas.microsoft.com/office/drawing/2014/main" id="{50D90668-BF74-E977-9BC0-01A2531B5F1B}"/>
              </a:ext>
            </a:extLst>
          </p:cNvPr>
          <p:cNvSpPr/>
          <p:nvPr/>
        </p:nvSpPr>
        <p:spPr>
          <a:xfrm>
            <a:off x="2255166" y="4224753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A9EEC55-734E-E463-F285-46A8E45EB710}"/>
              </a:ext>
            </a:extLst>
          </p:cNvPr>
          <p:cNvSpPr txBox="1"/>
          <p:nvPr/>
        </p:nvSpPr>
        <p:spPr>
          <a:xfrm>
            <a:off x="4348548" y="4220882"/>
            <a:ext cx="6501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Button </a:t>
            </a:r>
            <a:r>
              <a:rPr lang="de-CH" sz="1100" b="1" dirty="0" err="1"/>
              <a:t>caption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C6C0D5-9CA8-1968-0F44-F80FCCB596EC}"/>
              </a:ext>
            </a:extLst>
          </p:cNvPr>
          <p:cNvSpPr txBox="1"/>
          <p:nvPr/>
        </p:nvSpPr>
        <p:spPr>
          <a:xfrm>
            <a:off x="5323519" y="4246789"/>
            <a:ext cx="7288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/>
              <a:t>Premises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66BA604-EB7A-3CE5-BC91-CE9C781D2E1C}"/>
              </a:ext>
            </a:extLst>
          </p:cNvPr>
          <p:cNvSpPr txBox="1"/>
          <p:nvPr/>
        </p:nvSpPr>
        <p:spPr>
          <a:xfrm>
            <a:off x="6395562" y="4211127"/>
            <a:ext cx="6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/>
              <a:t>XML </a:t>
            </a:r>
            <a:r>
              <a:rPr lang="de-CH" sz="1100" b="1" dirty="0" err="1"/>
              <a:t>files</a:t>
            </a:r>
            <a:r>
              <a:rPr lang="de-CH" sz="1100" b="1" dirty="0"/>
              <a:t> </a:t>
            </a:r>
            <a:r>
              <a:rPr lang="de-CH" sz="1100" b="1" dirty="0" err="1"/>
              <a:t>for</a:t>
            </a:r>
            <a:r>
              <a:rPr lang="de-CH" sz="1100" b="1" dirty="0"/>
              <a:t> </a:t>
            </a:r>
            <a:r>
              <a:rPr lang="de-CH" sz="1100" b="1" dirty="0" err="1"/>
              <a:t>each</a:t>
            </a:r>
            <a:r>
              <a:rPr lang="de-CH" sz="1100" b="1" dirty="0"/>
              <a:t> </a:t>
            </a:r>
            <a:r>
              <a:rPr lang="de-CH" sz="1100" b="1" dirty="0" err="1"/>
              <a:t>concert</a:t>
            </a:r>
            <a:endParaRPr lang="de-CH" b="1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842C05E-600D-85E8-6B94-5F986B33C8EC}"/>
              </a:ext>
            </a:extLst>
          </p:cNvPr>
          <p:cNvCxnSpPr>
            <a:cxnSpLocks/>
          </p:cNvCxnSpPr>
          <p:nvPr/>
        </p:nvCxnSpPr>
        <p:spPr>
          <a:xfrm flipV="1">
            <a:off x="4673641" y="40956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1F64A26-FC67-3FFF-3164-621B2E38017A}"/>
              </a:ext>
            </a:extLst>
          </p:cNvPr>
          <p:cNvCxnSpPr>
            <a:cxnSpLocks/>
          </p:cNvCxnSpPr>
          <p:nvPr/>
        </p:nvCxnSpPr>
        <p:spPr>
          <a:xfrm flipV="1">
            <a:off x="5667001" y="40997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BCB875F1-360E-863A-5AC8-E89AB65C1B1C}"/>
              </a:ext>
            </a:extLst>
          </p:cNvPr>
          <p:cNvSpPr/>
          <p:nvPr/>
        </p:nvSpPr>
        <p:spPr>
          <a:xfrm>
            <a:off x="4802436" y="1702357"/>
            <a:ext cx="206027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CA315-E924-EC96-17E8-C69FF6262722}"/>
              </a:ext>
            </a:extLst>
          </p:cNvPr>
          <p:cNvCxnSpPr>
            <a:cxnSpLocks/>
          </p:cNvCxnSpPr>
          <p:nvPr/>
        </p:nvCxnSpPr>
        <p:spPr>
          <a:xfrm flipV="1">
            <a:off x="5796770" y="197549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66CE68-7B57-0025-5C89-1A6E532D4C23}"/>
              </a:ext>
            </a:extLst>
          </p:cNvPr>
          <p:cNvCxnSpPr>
            <a:cxnSpLocks/>
          </p:cNvCxnSpPr>
          <p:nvPr/>
        </p:nvCxnSpPr>
        <p:spPr>
          <a:xfrm>
            <a:off x="2828855" y="2159004"/>
            <a:ext cx="67016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D0F261DC-E356-DE78-5247-28B7E48CEC2F}"/>
              </a:ext>
            </a:extLst>
          </p:cNvPr>
          <p:cNvCxnSpPr>
            <a:cxnSpLocks/>
          </p:cNvCxnSpPr>
          <p:nvPr/>
        </p:nvCxnSpPr>
        <p:spPr>
          <a:xfrm flipV="1">
            <a:off x="3110130" y="21481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077EADC-4457-68CC-3B0D-323A813A0D29}"/>
              </a:ext>
            </a:extLst>
          </p:cNvPr>
          <p:cNvSpPr/>
          <p:nvPr/>
        </p:nvSpPr>
        <p:spPr>
          <a:xfrm>
            <a:off x="7172126" y="2327047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525BF547-386A-F30E-8EF4-2C751F5EE2B0}"/>
              </a:ext>
            </a:extLst>
          </p:cNvPr>
          <p:cNvCxnSpPr>
            <a:cxnSpLocks/>
          </p:cNvCxnSpPr>
          <p:nvPr/>
        </p:nvCxnSpPr>
        <p:spPr>
          <a:xfrm flipV="1">
            <a:off x="7918973" y="260018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9E2E279-249E-CA2F-9570-4BB6269DED17}"/>
              </a:ext>
            </a:extLst>
          </p:cNvPr>
          <p:cNvCxnSpPr>
            <a:cxnSpLocks/>
          </p:cNvCxnSpPr>
          <p:nvPr/>
        </p:nvCxnSpPr>
        <p:spPr>
          <a:xfrm flipV="1">
            <a:off x="7909447" y="21602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C3F8FFD-FD5D-81A8-9627-98C0A1ABDBAE}"/>
              </a:ext>
            </a:extLst>
          </p:cNvPr>
          <p:cNvCxnSpPr>
            <a:cxnSpLocks/>
          </p:cNvCxnSpPr>
          <p:nvPr/>
        </p:nvCxnSpPr>
        <p:spPr>
          <a:xfrm flipV="1">
            <a:off x="6333071" y="214766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A1C30107-10B5-241B-8725-46B4C5DCA0B6}"/>
              </a:ext>
            </a:extLst>
          </p:cNvPr>
          <p:cNvSpPr/>
          <p:nvPr/>
        </p:nvSpPr>
        <p:spPr>
          <a:xfrm>
            <a:off x="5829962" y="2323309"/>
            <a:ext cx="10233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8B08F9B-321E-2788-C67B-73524717810E}"/>
              </a:ext>
            </a:extLst>
          </p:cNvPr>
          <p:cNvSpPr/>
          <p:nvPr/>
        </p:nvSpPr>
        <p:spPr>
          <a:xfrm>
            <a:off x="8802963" y="2317961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Spagi_89_Chairs_v_1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D43D5DD-4AA1-C704-2696-6AE3C7043F5D}"/>
              </a:ext>
            </a:extLst>
          </p:cNvPr>
          <p:cNvCxnSpPr>
            <a:cxnSpLocks/>
          </p:cNvCxnSpPr>
          <p:nvPr/>
        </p:nvCxnSpPr>
        <p:spPr>
          <a:xfrm flipV="1">
            <a:off x="9549810" y="259110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D147B77-7A53-897A-710A-AB211BC93BFC}"/>
              </a:ext>
            </a:extLst>
          </p:cNvPr>
          <p:cNvCxnSpPr>
            <a:cxnSpLocks/>
          </p:cNvCxnSpPr>
          <p:nvPr/>
        </p:nvCxnSpPr>
        <p:spPr>
          <a:xfrm flipV="1">
            <a:off x="9540284" y="215114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18F9EF36-F44A-DB58-3038-33494BC24260}"/>
              </a:ext>
            </a:extLst>
          </p:cNvPr>
          <p:cNvSpPr txBox="1"/>
          <p:nvPr/>
        </p:nvSpPr>
        <p:spPr>
          <a:xfrm>
            <a:off x="4074944" y="685675"/>
            <a:ext cx="48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Server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ViewsOnCad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               Obsolete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598F6C92-9007-4B5C-4FA5-B14B6EBB6B59}"/>
              </a:ext>
            </a:extLst>
          </p:cNvPr>
          <p:cNvCxnSpPr>
            <a:cxnSpLocks/>
          </p:cNvCxnSpPr>
          <p:nvPr/>
        </p:nvCxnSpPr>
        <p:spPr>
          <a:xfrm flipV="1">
            <a:off x="6346224" y="258195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ussdiagramm: Karte 50">
            <a:extLst>
              <a:ext uri="{FF2B5EF4-FFF2-40B4-BE49-F238E27FC236}">
                <a16:creationId xmlns:a16="http://schemas.microsoft.com/office/drawing/2014/main" id="{0FD54A51-A203-0F33-F75A-C7510057E1AC}"/>
              </a:ext>
            </a:extLst>
          </p:cNvPr>
          <p:cNvSpPr/>
          <p:nvPr/>
        </p:nvSpPr>
        <p:spPr>
          <a:xfrm>
            <a:off x="5693749" y="2726735"/>
            <a:ext cx="1289376" cy="2317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AllEvents.xml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7391F3C-DE7B-EAC7-A87F-C533E9DC6867}"/>
              </a:ext>
            </a:extLst>
          </p:cNvPr>
          <p:cNvCxnSpPr>
            <a:cxnSpLocks/>
          </p:cNvCxnSpPr>
          <p:nvPr/>
        </p:nvCxnSpPr>
        <p:spPr>
          <a:xfrm flipV="1">
            <a:off x="4907788" y="215875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Flussdiagramm: Karte 52">
            <a:extLst>
              <a:ext uri="{FF2B5EF4-FFF2-40B4-BE49-F238E27FC236}">
                <a16:creationId xmlns:a16="http://schemas.microsoft.com/office/drawing/2014/main" id="{37382A62-AFFD-8957-C305-777D3C5E3FCF}"/>
              </a:ext>
            </a:extLst>
          </p:cNvPr>
          <p:cNvSpPr/>
          <p:nvPr/>
        </p:nvSpPr>
        <p:spPr>
          <a:xfrm>
            <a:off x="4101402" y="2319301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StartReservation.htm</a:t>
            </a:r>
          </a:p>
        </p:txBody>
      </p:sp>
    </p:spTree>
    <p:extLst>
      <p:ext uri="{BB962C8B-B14F-4D97-AF65-F5344CB8AC3E}">
        <p14:creationId xmlns:p14="http://schemas.microsoft.com/office/powerpoint/2010/main" val="3570107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ED71BF6-995B-5D43-7873-F2B206C817B3}"/>
              </a:ext>
            </a:extLst>
          </p:cNvPr>
          <p:cNvSpPr/>
          <p:nvPr/>
        </p:nvSpPr>
        <p:spPr>
          <a:xfrm>
            <a:off x="582001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AB47BD6-0FDF-D3EB-1745-D4F1FEDC01B4}"/>
              </a:ext>
            </a:extLst>
          </p:cNvPr>
          <p:cNvSpPr/>
          <p:nvPr/>
        </p:nvSpPr>
        <p:spPr>
          <a:xfrm>
            <a:off x="582000" y="1680117"/>
            <a:ext cx="3467703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getXmlLayoutFileName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(=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getNumberOfLayoutFileIdButtons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getNumberOfDoors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getNumberOfTables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getNumberOfGroups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getNumberOTablesInOneGroup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getGroupTableNumbers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and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tag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ReservarionLayoutXmlTags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DB30624-FE31-4DD5-3D4E-4CFF5F8ECFB5}"/>
              </a:ext>
            </a:extLst>
          </p:cNvPr>
          <p:cNvSpPr/>
          <p:nvPr/>
        </p:nvSpPr>
        <p:spPr>
          <a:xfrm>
            <a:off x="4362150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ReservationLayoutXmlTags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tag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D04E92B-074E-A1D8-2DD7-1A866F9D7FCF}"/>
              </a:ext>
            </a:extLst>
          </p:cNvPr>
          <p:cNvSpPr/>
          <p:nvPr/>
        </p:nvSpPr>
        <p:spPr>
          <a:xfrm>
            <a:off x="4362149" y="1680117"/>
            <a:ext cx="3467701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getPremisesWidth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getWallThickness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getMaxWidhtPixel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getMaxReservationsProcent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getLayoutFileHtmlName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getLayoutFileButtonId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getTableUpperLeftX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58AC03D-92BF-0064-9E2F-ECAA8D38D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905" y="1735363"/>
            <a:ext cx="3916428" cy="358464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31B051E8-7A61-0E61-A0BE-55451B8C2231}"/>
              </a:ext>
            </a:extLst>
          </p:cNvPr>
          <p:cNvSpPr/>
          <p:nvPr/>
        </p:nvSpPr>
        <p:spPr>
          <a:xfrm>
            <a:off x="8142298" y="1109647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9CC578-FF69-F36D-7C74-DC65F2D0ECFA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ReservationLayoutXml.js</a:t>
            </a:r>
          </a:p>
        </p:txBody>
      </p:sp>
    </p:spTree>
    <p:extLst>
      <p:ext uri="{BB962C8B-B14F-4D97-AF65-F5344CB8AC3E}">
        <p14:creationId xmlns:p14="http://schemas.microsoft.com/office/powerpoint/2010/main" val="2987062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46781D-07C0-037D-ACF5-5D2FBB73C8EB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ReservationEventXml.js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F1B6AC-5821-E669-900B-8CF8C0E39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696" y="1662594"/>
            <a:ext cx="3664128" cy="403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259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05A1FD6-C18D-2758-2796-BD7FE3AFCB74}"/>
              </a:ext>
            </a:extLst>
          </p:cNvPr>
          <p:cNvSpPr/>
          <p:nvPr/>
        </p:nvSpPr>
        <p:spPr>
          <a:xfrm>
            <a:off x="6259755" y="5308678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55C1CA-2974-1CCB-37CE-B57EF754CC91}"/>
              </a:ext>
            </a:extLst>
          </p:cNvPr>
          <p:cNvSpPr/>
          <p:nvPr/>
        </p:nvSpPr>
        <p:spPr>
          <a:xfrm>
            <a:off x="197650" y="675991"/>
            <a:ext cx="286086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8008E3-9A1E-CBD9-E2C0-A5FC89B22327}"/>
              </a:ext>
            </a:extLst>
          </p:cNvPr>
          <p:cNvSpPr/>
          <p:nvPr/>
        </p:nvSpPr>
        <p:spPr>
          <a:xfrm>
            <a:off x="197648" y="383556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34E0EB-1D5B-3EC7-F3BB-C433D4F1746F}"/>
              </a:ext>
            </a:extLst>
          </p:cNvPr>
          <p:cNvSpPr/>
          <p:nvPr/>
        </p:nvSpPr>
        <p:spPr>
          <a:xfrm>
            <a:off x="6259756" y="2015351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42A4A2B-BCF8-FA21-4EE5-A3674E7C6FB2}"/>
              </a:ext>
            </a:extLst>
          </p:cNvPr>
          <p:cNvSpPr/>
          <p:nvPr/>
        </p:nvSpPr>
        <p:spPr>
          <a:xfrm>
            <a:off x="6259755" y="267699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45E4A86-D2E7-A8EA-5D7A-E803474CD0E3}"/>
              </a:ext>
            </a:extLst>
          </p:cNvPr>
          <p:cNvSpPr/>
          <p:nvPr/>
        </p:nvSpPr>
        <p:spPr>
          <a:xfrm>
            <a:off x="6259755" y="33311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TextImageCaptions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captions for buttons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37BC87B-1617-CF66-BE19-C98971AA94A0}"/>
              </a:ext>
            </a:extLst>
          </p:cNvPr>
          <p:cNvSpPr/>
          <p:nvPr/>
        </p:nvSpPr>
        <p:spPr>
          <a:xfrm>
            <a:off x="6259755" y="398540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F30A51A-13E9-F446-F91B-44C183704E03}"/>
              </a:ext>
            </a:extLst>
          </p:cNvPr>
          <p:cNvSpPr/>
          <p:nvPr/>
        </p:nvSpPr>
        <p:spPr>
          <a:xfrm>
            <a:off x="6259755" y="4647039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9BADC70-C098-035C-E3F6-ED4A3601919C}"/>
              </a:ext>
            </a:extLst>
          </p:cNvPr>
          <p:cNvSpPr/>
          <p:nvPr/>
        </p:nvSpPr>
        <p:spPr>
          <a:xfrm>
            <a:off x="3242741" y="71219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1521CB6-3439-4F6E-05ED-ECA5CE77D4B2}"/>
              </a:ext>
            </a:extLst>
          </p:cNvPr>
          <p:cNvSpPr/>
          <p:nvPr/>
        </p:nvSpPr>
        <p:spPr>
          <a:xfrm>
            <a:off x="6222752" y="728932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FD8B9C7-B269-0AF2-6974-2851DFC686DC}"/>
              </a:ext>
            </a:extLst>
          </p:cNvPr>
          <p:cNvSpPr/>
          <p:nvPr/>
        </p:nvSpPr>
        <p:spPr>
          <a:xfrm>
            <a:off x="6222752" y="1338537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LayoutDataInput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B2C002-96D3-16AF-B614-7AE6C90F6880}"/>
              </a:ext>
            </a:extLst>
          </p:cNvPr>
          <p:cNvSpPr/>
          <p:nvPr/>
        </p:nvSpPr>
        <p:spPr>
          <a:xfrm>
            <a:off x="197647" y="1237062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getFileCase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setFileCase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getHtmlName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setHtmlName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getDescription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setDescription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7DF764A-A282-71EF-4006-005EB28541D1}"/>
              </a:ext>
            </a:extLst>
          </p:cNvPr>
          <p:cNvSpPr/>
          <p:nvPr/>
        </p:nvSpPr>
        <p:spPr>
          <a:xfrm>
            <a:off x="197645" y="3083553"/>
            <a:ext cx="2860861" cy="60042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0337D86-4AF3-FC82-B64B-185E0E72261A}"/>
              </a:ext>
            </a:extLst>
          </p:cNvPr>
          <p:cNvSpPr/>
          <p:nvPr/>
        </p:nvSpPr>
        <p:spPr>
          <a:xfrm>
            <a:off x="197647" y="4368865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getTextRelProcen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setTextRelProc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0D30B7E-5F60-3EB7-E90A-94B360922B3D}"/>
              </a:ext>
            </a:extLst>
          </p:cNvPr>
          <p:cNvSpPr/>
          <p:nvPr/>
        </p:nvSpPr>
        <p:spPr>
          <a:xfrm>
            <a:off x="197646" y="6205958"/>
            <a:ext cx="2860861" cy="4263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getGeneralTableDataFromXml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CAE1A7-CCFB-3845-7E1E-306AFA85A916}"/>
              </a:ext>
            </a:extLst>
          </p:cNvPr>
          <p:cNvSpPr/>
          <p:nvPr/>
        </p:nvSpPr>
        <p:spPr>
          <a:xfrm>
            <a:off x="3242740" y="1299743"/>
            <a:ext cx="2860861" cy="28981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getUpperLeftX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getHeight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setHeight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getNumberLeftRightSeats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getSeatLeftArray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setSeatLeftArray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getSeatRightArray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setSeatRightArray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getSeatUpper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setSeatUpper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getSeatLower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setSeatLower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AFB147F-6041-B4DC-40EA-0C2AAB650799}"/>
              </a:ext>
            </a:extLst>
          </p:cNvPr>
          <p:cNvSpPr/>
          <p:nvPr/>
        </p:nvSpPr>
        <p:spPr>
          <a:xfrm>
            <a:off x="3242740" y="4476474"/>
            <a:ext cx="2860861" cy="8064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35A2220-808B-EF36-88C7-0857FAE5AF6D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ReservationLayoutCommon.js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0C74008-83AC-EC87-4F87-D7171E65D9DA}"/>
              </a:ext>
            </a:extLst>
          </p:cNvPr>
          <p:cNvSpPr/>
          <p:nvPr/>
        </p:nvSpPr>
        <p:spPr>
          <a:xfrm>
            <a:off x="6259755" y="59585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00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E6263E8-B3A6-BD24-7316-F2CA754EBC69}"/>
              </a:ext>
            </a:extLst>
          </p:cNvPr>
          <p:cNvSpPr/>
          <p:nvPr/>
        </p:nvSpPr>
        <p:spPr>
          <a:xfrm>
            <a:off x="622748" y="612044"/>
            <a:ext cx="2916518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04D8EE-ADDA-E706-05F4-B30695C642A9}"/>
              </a:ext>
            </a:extLst>
          </p:cNvPr>
          <p:cNvSpPr/>
          <p:nvPr/>
        </p:nvSpPr>
        <p:spPr>
          <a:xfrm>
            <a:off x="622748" y="1145342"/>
            <a:ext cx="2916518" cy="405714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m_seat_type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rect_table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row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m_table_or_tow_number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m_seat_number_or_char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m_b_create_seat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m_circle_identity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setIdentities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getTableSeatCircleId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getCreateSeat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getRowOrTableNumber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getSeatNumberOrChar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getTableOrRowNumberFromCircleId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A7CCED-36EC-6F53-0FF9-814AA80D8CDC}"/>
              </a:ext>
            </a:extLst>
          </p:cNvPr>
          <p:cNvSpPr/>
          <p:nvPr/>
        </p:nvSpPr>
        <p:spPr>
          <a:xfrm>
            <a:off x="622749" y="5293110"/>
            <a:ext cx="2916517" cy="666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getAllTablesSeatDataArray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DD44B6C-22D8-F551-87F4-A29AD280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974" y="951307"/>
            <a:ext cx="5600000" cy="4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87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A60FFC8-FB89-F88F-3883-1EFD1085531D}"/>
              </a:ext>
            </a:extLst>
          </p:cNvPr>
          <p:cNvSpPr/>
          <p:nvPr/>
        </p:nvSpPr>
        <p:spPr>
          <a:xfrm>
            <a:off x="3398607" y="764151"/>
            <a:ext cx="2077404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070BFBC-59A2-9681-CE86-E4BEBD97340C}"/>
              </a:ext>
            </a:extLst>
          </p:cNvPr>
          <p:cNvSpPr/>
          <p:nvPr/>
        </p:nvSpPr>
        <p:spPr>
          <a:xfrm>
            <a:off x="3398606" y="1299743"/>
            <a:ext cx="2077404" cy="25448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m_xyz_param_one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m_xyz_param_twwo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getParamOne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setParamOne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getParamTwo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setParamTwo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BD00FD-3D85-83FB-B29B-A5CB2581B9FA}"/>
              </a:ext>
            </a:extLst>
          </p:cNvPr>
          <p:cNvSpPr/>
          <p:nvPr/>
        </p:nvSpPr>
        <p:spPr>
          <a:xfrm>
            <a:off x="249488" y="3429001"/>
            <a:ext cx="297169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data object functions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getXyzDataArrayFromXml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(layout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6E2061-CDEF-F1BA-AFB7-6479E253ADB7}"/>
              </a:ext>
            </a:extLst>
          </p:cNvPr>
          <p:cNvSpPr/>
          <p:nvPr/>
        </p:nvSpPr>
        <p:spPr>
          <a:xfrm>
            <a:off x="249490" y="764151"/>
            <a:ext cx="2971692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EC417E-F637-B47E-8BF6-35B4E44F0EDB}"/>
              </a:ext>
            </a:extLst>
          </p:cNvPr>
          <p:cNvSpPr/>
          <p:nvPr/>
        </p:nvSpPr>
        <p:spPr>
          <a:xfrm>
            <a:off x="249489" y="1334620"/>
            <a:ext cx="2971694" cy="19860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3A4611-A7A8-9BDD-1309-3AAAEA06DF64}"/>
              </a:ext>
            </a:extLst>
          </p:cNvPr>
          <p:cNvSpPr/>
          <p:nvPr/>
        </p:nvSpPr>
        <p:spPr>
          <a:xfrm>
            <a:off x="5606924" y="773549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D34521-4D67-EBF5-E376-D1878E469FD5}"/>
              </a:ext>
            </a:extLst>
          </p:cNvPr>
          <p:cNvSpPr/>
          <p:nvPr/>
        </p:nvSpPr>
        <p:spPr>
          <a:xfrm>
            <a:off x="5606924" y="1344018"/>
            <a:ext cx="2410359" cy="18044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m_xyz_object_array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76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206C256-1A99-6BCD-2ACD-609AD8F13C1A}"/>
              </a:ext>
            </a:extLst>
          </p:cNvPr>
          <p:cNvSpPr/>
          <p:nvPr/>
        </p:nvSpPr>
        <p:spPr>
          <a:xfrm>
            <a:off x="889025" y="78918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2E17D6F-1659-FD83-533F-BC7FCA20CEC4}"/>
              </a:ext>
            </a:extLst>
          </p:cNvPr>
          <p:cNvSpPr/>
          <p:nvPr/>
        </p:nvSpPr>
        <p:spPr>
          <a:xfrm>
            <a:off x="889022" y="135025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m_style_block_svg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millimeterToPixel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62A41B-7C35-0C42-A020-ABDC599B847B}"/>
              </a:ext>
            </a:extLst>
          </p:cNvPr>
          <p:cNvSpPr/>
          <p:nvPr/>
        </p:nvSpPr>
        <p:spPr>
          <a:xfrm>
            <a:off x="3424833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8267995-B152-E00C-CD20-F01F53416134}"/>
              </a:ext>
            </a:extLst>
          </p:cNvPr>
          <p:cNvSpPr/>
          <p:nvPr/>
        </p:nvSpPr>
        <p:spPr>
          <a:xfrm>
            <a:off x="3424830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2002B4-EDFC-550C-20E8-78D2DB19060B}"/>
              </a:ext>
            </a:extLst>
          </p:cNvPr>
          <p:cNvSpPr/>
          <p:nvPr/>
        </p:nvSpPr>
        <p:spPr>
          <a:xfrm>
            <a:off x="889022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11B2B2B-2BFB-B60F-E8D9-42B03ED1DF1F}"/>
              </a:ext>
            </a:extLst>
          </p:cNvPr>
          <p:cNvSpPr/>
          <p:nvPr/>
        </p:nvSpPr>
        <p:spPr>
          <a:xfrm>
            <a:off x="889019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m_style_rect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getButtonDataArray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oneButton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F817FF-A18D-92F6-083B-D049AC1DBFEE}"/>
              </a:ext>
            </a:extLst>
          </p:cNvPr>
          <p:cNvSpPr/>
          <p:nvPr/>
        </p:nvSpPr>
        <p:spPr>
          <a:xfrm>
            <a:off x="3424833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43B339-B492-402A-2DDD-D188BA2AD1A2}"/>
              </a:ext>
            </a:extLst>
          </p:cNvPr>
          <p:cNvSpPr/>
          <p:nvPr/>
        </p:nvSpPr>
        <p:spPr>
          <a:xfrm>
            <a:off x="3424830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BB31766-542E-3E0A-D547-FFCC23AEBD36}"/>
              </a:ext>
            </a:extLst>
          </p:cNvPr>
          <p:cNvSpPr/>
          <p:nvPr/>
        </p:nvSpPr>
        <p:spPr>
          <a:xfrm>
            <a:off x="5979492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AF50C79-8B50-927D-C535-1170737E1279}"/>
              </a:ext>
            </a:extLst>
          </p:cNvPr>
          <p:cNvSpPr/>
          <p:nvPr/>
        </p:nvSpPr>
        <p:spPr>
          <a:xfrm>
            <a:off x="5979489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E83BF11-6215-B61C-B1FC-2216D3D65530}"/>
              </a:ext>
            </a:extLst>
          </p:cNvPr>
          <p:cNvSpPr/>
          <p:nvPr/>
        </p:nvSpPr>
        <p:spPr>
          <a:xfrm>
            <a:off x="5960641" y="373974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752061C-512A-F2AA-22EF-BAACC55C3FE8}"/>
              </a:ext>
            </a:extLst>
          </p:cNvPr>
          <p:cNvSpPr/>
          <p:nvPr/>
        </p:nvSpPr>
        <p:spPr>
          <a:xfrm>
            <a:off x="5960638" y="430081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oneDoor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433AB6F-8DD1-9D35-3B3A-7D79D033FDCD}"/>
              </a:ext>
            </a:extLst>
          </p:cNvPr>
          <p:cNvSpPr/>
          <p:nvPr/>
        </p:nvSpPr>
        <p:spPr>
          <a:xfrm>
            <a:off x="8553010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CBA60D5-8EC6-2B40-0BD9-38DA9FE5CB0C}"/>
              </a:ext>
            </a:extLst>
          </p:cNvPr>
          <p:cNvSpPr/>
          <p:nvPr/>
        </p:nvSpPr>
        <p:spPr>
          <a:xfrm>
            <a:off x="8553007" y="1350257"/>
            <a:ext cx="2410359" cy="52272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m_color_seat_circle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m_fill_color_circle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m_text_rel_x_procent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m_text_rel_y_procent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setGeneralData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circleEventFunction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circleRadius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3B0BB8F-8213-8CDA-01F8-7589C1969D26}"/>
              </a:ext>
            </a:extLst>
          </p:cNvPr>
          <p:cNvSpPr txBox="1"/>
          <p:nvPr/>
        </p:nvSpPr>
        <p:spPr>
          <a:xfrm>
            <a:off x="0" y="210247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ReservationLayoutSvg.js</a:t>
            </a:r>
          </a:p>
        </p:txBody>
      </p:sp>
    </p:spTree>
    <p:extLst>
      <p:ext uri="{BB962C8B-B14F-4D97-AF65-F5344CB8AC3E}">
        <p14:creationId xmlns:p14="http://schemas.microsoft.com/office/powerpoint/2010/main" val="3405983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AC939E-7AF9-4461-E95B-47733BAD55A8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3BD005-613C-48AA-42E1-C5750AC35CEE}"/>
              </a:ext>
            </a:extLst>
          </p:cNvPr>
          <p:cNvSpPr/>
          <p:nvPr/>
        </p:nvSpPr>
        <p:spPr>
          <a:xfrm>
            <a:off x="117124" y="3625906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900677A-AC6A-A2DA-B3FF-EC8460B1B803}"/>
              </a:ext>
            </a:extLst>
          </p:cNvPr>
          <p:cNvSpPr/>
          <p:nvPr/>
        </p:nvSpPr>
        <p:spPr>
          <a:xfrm>
            <a:off x="117121" y="4197368"/>
            <a:ext cx="2410359" cy="14137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m_table_group_data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m_b_group_boundary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 draw group boundary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m_cl_table_group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group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F83F71E-386C-7946-1269-2E6CAE553702}"/>
              </a:ext>
            </a:extLst>
          </p:cNvPr>
          <p:cNvSpPr/>
          <p:nvPr/>
        </p:nvSpPr>
        <p:spPr>
          <a:xfrm>
            <a:off x="117127" y="77879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Group HTML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5EF96BA-EEEA-4520-521E-53D746A02CDA}"/>
              </a:ext>
            </a:extLst>
          </p:cNvPr>
          <p:cNvSpPr/>
          <p:nvPr/>
        </p:nvSpPr>
        <p:spPr>
          <a:xfrm>
            <a:off x="117124" y="1350259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m_table_group_html_data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m_b_group_boundary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 draw group boundary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table group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84A4AAE-5983-800D-A82A-E97355BA0438}"/>
              </a:ext>
            </a:extLst>
          </p:cNvPr>
          <p:cNvSpPr/>
          <p:nvPr/>
        </p:nvSpPr>
        <p:spPr>
          <a:xfrm>
            <a:off x="2672794" y="77879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Table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4A166D1-2DDF-377C-33A8-EC38B6ADF0B7}"/>
              </a:ext>
            </a:extLst>
          </p:cNvPr>
          <p:cNvSpPr/>
          <p:nvPr/>
        </p:nvSpPr>
        <p:spPr>
          <a:xfrm>
            <a:off x="2672791" y="1350259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m_cl_table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table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rectangle table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</p:spTree>
    <p:extLst>
      <p:ext uri="{BB962C8B-B14F-4D97-AF65-F5344CB8AC3E}">
        <p14:creationId xmlns:p14="http://schemas.microsoft.com/office/powerpoint/2010/main" val="2423399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72C566-2C28-9667-40DD-EF97A900190F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E399A30-6654-F524-07D0-820081C943B9}"/>
              </a:ext>
            </a:extLst>
          </p:cNvPr>
          <p:cNvSpPr/>
          <p:nvPr/>
        </p:nvSpPr>
        <p:spPr>
          <a:xfrm>
            <a:off x="740085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Button HTML code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DA3AA5-8592-8D00-BB18-7B319F2E38D6}"/>
              </a:ext>
            </a:extLst>
          </p:cNvPr>
          <p:cNvSpPr/>
          <p:nvPr/>
        </p:nvSpPr>
        <p:spPr>
          <a:xfrm>
            <a:off x="740082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m_cl_button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button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button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8072E1-FF4F-895D-E8B1-A5C91E86769F}"/>
              </a:ext>
            </a:extLst>
          </p:cNvPr>
          <p:cNvSpPr/>
          <p:nvPr/>
        </p:nvSpPr>
        <p:spPr>
          <a:xfrm>
            <a:off x="729198" y="3551183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Button HTML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33C854A-F412-F41A-3641-ED353CDB24B6}"/>
              </a:ext>
            </a:extLst>
          </p:cNvPr>
          <p:cNvSpPr/>
          <p:nvPr/>
        </p:nvSpPr>
        <p:spPr>
          <a:xfrm>
            <a:off x="729195" y="4122645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m_stage_data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m_cl_stage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stage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stage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53B14F-8731-E4C0-2191-CE0BBED9913F}"/>
              </a:ext>
            </a:extLst>
          </p:cNvPr>
          <p:cNvSpPr/>
          <p:nvPr/>
        </p:nvSpPr>
        <p:spPr>
          <a:xfrm>
            <a:off x="3275467" y="3552176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A8A8785-AE36-6C3D-42F7-2C153418527D}"/>
              </a:ext>
            </a:extLst>
          </p:cNvPr>
          <p:cNvSpPr/>
          <p:nvPr/>
        </p:nvSpPr>
        <p:spPr>
          <a:xfrm>
            <a:off x="3275464" y="4123638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m_cl_organizer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organizer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organizer field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8511C2D-AEF5-F141-F14C-F249FC2EDC52}"/>
              </a:ext>
            </a:extLst>
          </p:cNvPr>
          <p:cNvSpPr/>
          <p:nvPr/>
        </p:nvSpPr>
        <p:spPr>
          <a:xfrm>
            <a:off x="3295752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WallHtml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Wall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B35EDC5-1834-360B-A125-4AB024624A1D}"/>
              </a:ext>
            </a:extLst>
          </p:cNvPr>
          <p:cNvSpPr/>
          <p:nvPr/>
        </p:nvSpPr>
        <p:spPr>
          <a:xfrm>
            <a:off x="3295749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wall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wall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CC1B6D-7E5B-43C6-59BE-E1BBF736E015}"/>
              </a:ext>
            </a:extLst>
          </p:cNvPr>
          <p:cNvSpPr/>
          <p:nvPr/>
        </p:nvSpPr>
        <p:spPr>
          <a:xfrm>
            <a:off x="5862306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061D640-24B6-2CD3-CFE2-1C02E272EA66}"/>
              </a:ext>
            </a:extLst>
          </p:cNvPr>
          <p:cNvSpPr/>
          <p:nvPr/>
        </p:nvSpPr>
        <p:spPr>
          <a:xfrm>
            <a:off x="5862303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m_cashier_data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m_cl_cashier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cashier desk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cashier desk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2E58B01-3641-66B7-A903-828622594071}"/>
              </a:ext>
            </a:extLst>
          </p:cNvPr>
          <p:cNvSpPr/>
          <p:nvPr/>
        </p:nvSpPr>
        <p:spPr>
          <a:xfrm>
            <a:off x="8387297" y="70506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1184B5C-1464-05EE-5B17-66964CB7ADB9}"/>
              </a:ext>
            </a:extLst>
          </p:cNvPr>
          <p:cNvSpPr/>
          <p:nvPr/>
        </p:nvSpPr>
        <p:spPr>
          <a:xfrm>
            <a:off x="8387294" y="1276530"/>
            <a:ext cx="2410359" cy="311882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m_door_data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m_cl_door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door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m_id_door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identity of the door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door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doorTextVertical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text in vertical direction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</p:spTree>
    <p:extLst>
      <p:ext uri="{BB962C8B-B14F-4D97-AF65-F5344CB8AC3E}">
        <p14:creationId xmlns:p14="http://schemas.microsoft.com/office/powerpoint/2010/main" val="1998280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7101695-DF04-AFD3-72E2-8C82817A5186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6FDEE30-2B32-02BB-A6E0-789C794C648B}"/>
              </a:ext>
            </a:extLst>
          </p:cNvPr>
          <p:cNvSpPr/>
          <p:nvPr/>
        </p:nvSpPr>
        <p:spPr>
          <a:xfrm>
            <a:off x="2247149" y="2014122"/>
            <a:ext cx="1495118" cy="291347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C18A3BB-0E2D-1F0B-CB8F-AD61C1F567A3}"/>
              </a:ext>
            </a:extLst>
          </p:cNvPr>
          <p:cNvSpPr/>
          <p:nvPr/>
        </p:nvSpPr>
        <p:spPr>
          <a:xfrm>
            <a:off x="2700116" y="1429922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upper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E499FD-390B-9B0C-F8A8-AF8F321D90DB}"/>
              </a:ext>
            </a:extLst>
          </p:cNvPr>
          <p:cNvSpPr/>
          <p:nvPr/>
        </p:nvSpPr>
        <p:spPr>
          <a:xfrm>
            <a:off x="1582516" y="2014122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one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C6FCC1A-412F-475C-5215-206EFADE6DC4}"/>
              </a:ext>
            </a:extLst>
          </p:cNvPr>
          <p:cNvSpPr/>
          <p:nvPr/>
        </p:nvSpPr>
        <p:spPr>
          <a:xfrm>
            <a:off x="1582516" y="4418653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five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2C0BEDE-675E-B54E-B852-E1CC684486C8}"/>
              </a:ext>
            </a:extLst>
          </p:cNvPr>
          <p:cNvSpPr/>
          <p:nvPr/>
        </p:nvSpPr>
        <p:spPr>
          <a:xfrm>
            <a:off x="2640849" y="5019787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lower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0A06284-6464-484F-EFB2-68290C329B54}"/>
              </a:ext>
            </a:extLst>
          </p:cNvPr>
          <p:cNvSpPr/>
          <p:nvPr/>
        </p:nvSpPr>
        <p:spPr>
          <a:xfrm>
            <a:off x="1603307" y="2598321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</a:p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6686878-8D12-D106-BE34-F386BECB54C9}"/>
              </a:ext>
            </a:extLst>
          </p:cNvPr>
          <p:cNvSpPr/>
          <p:nvPr/>
        </p:nvSpPr>
        <p:spPr>
          <a:xfrm>
            <a:off x="1582516" y="3800586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four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AFFD1B0-3D62-28E7-FB28-D010B0BE56AB}"/>
              </a:ext>
            </a:extLst>
          </p:cNvPr>
          <p:cNvSpPr/>
          <p:nvPr/>
        </p:nvSpPr>
        <p:spPr>
          <a:xfrm>
            <a:off x="3834650" y="2022590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</a:p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700E0E-6A75-344E-B8DE-726D62A544A4}"/>
              </a:ext>
            </a:extLst>
          </p:cNvPr>
          <p:cNvSpPr/>
          <p:nvPr/>
        </p:nvSpPr>
        <p:spPr>
          <a:xfrm>
            <a:off x="3834650" y="4427121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five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52E2E45-A2A2-A26F-C428-F0C16F579C15}"/>
              </a:ext>
            </a:extLst>
          </p:cNvPr>
          <p:cNvSpPr/>
          <p:nvPr/>
        </p:nvSpPr>
        <p:spPr>
          <a:xfrm>
            <a:off x="3855441" y="2606789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two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30276FC-2551-25DB-C05F-3336104DEC00}"/>
              </a:ext>
            </a:extLst>
          </p:cNvPr>
          <p:cNvSpPr/>
          <p:nvPr/>
        </p:nvSpPr>
        <p:spPr>
          <a:xfrm>
            <a:off x="3834650" y="3202246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three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4F54C0C-6311-20FC-56EA-7A9C3CCBFDF0}"/>
              </a:ext>
            </a:extLst>
          </p:cNvPr>
          <p:cNvSpPr/>
          <p:nvPr/>
        </p:nvSpPr>
        <p:spPr>
          <a:xfrm>
            <a:off x="3834650" y="3809054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four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0B6859F-532E-1F39-765D-8A71E8B79221}"/>
              </a:ext>
            </a:extLst>
          </p:cNvPr>
          <p:cNvSpPr/>
          <p:nvPr/>
        </p:nvSpPr>
        <p:spPr>
          <a:xfrm>
            <a:off x="1540186" y="1396054"/>
            <a:ext cx="2921752" cy="4166546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F68A46D-214D-1F96-7001-146BF2611D45}"/>
              </a:ext>
            </a:extLst>
          </p:cNvPr>
          <p:cNvSpPr/>
          <p:nvPr/>
        </p:nvSpPr>
        <p:spPr>
          <a:xfrm>
            <a:off x="1628334" y="2598320"/>
            <a:ext cx="530668" cy="500479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DE6AE7E-2F61-5372-F9A8-381BA8BD63CB}"/>
              </a:ext>
            </a:extLst>
          </p:cNvPr>
          <p:cNvSpPr/>
          <p:nvPr/>
        </p:nvSpPr>
        <p:spPr>
          <a:xfrm>
            <a:off x="1611774" y="3206973"/>
            <a:ext cx="589184" cy="5004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three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31F7101D-0890-8E45-7227-F278EFF17505}"/>
              </a:ext>
            </a:extLst>
          </p:cNvPr>
          <p:cNvSpPr/>
          <p:nvPr/>
        </p:nvSpPr>
        <p:spPr>
          <a:xfrm>
            <a:off x="7741263" y="1306810"/>
            <a:ext cx="530668" cy="500479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endParaRPr lang="de-CH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D857073-49B2-A74D-A1F1-CD7F61CAA071}"/>
              </a:ext>
            </a:extLst>
          </p:cNvPr>
          <p:cNvSpPr txBox="1"/>
          <p:nvPr/>
        </p:nvSpPr>
        <p:spPr>
          <a:xfrm>
            <a:off x="5266267" y="1433940"/>
            <a:ext cx="2921752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Seat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radius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Upper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X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rectangle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Upper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Y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rectangle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r_w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Rectangle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Rectangle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Delta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n_left_right_seats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/2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* 2 *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+ (n_rows-1) *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* 2 *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=  (n_rows-1) *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* 2 *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) /  (n_rows-1) 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d_min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must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3447B407-D7BC-F3AA-A9A2-873C8CE60D57}"/>
              </a:ext>
            </a:extLst>
          </p:cNvPr>
          <p:cNvCxnSpPr/>
          <p:nvPr/>
        </p:nvCxnSpPr>
        <p:spPr>
          <a:xfrm>
            <a:off x="787400" y="770467"/>
            <a:ext cx="1853449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FD50F5B-90F3-0B2C-C257-EF434F512C68}"/>
              </a:ext>
            </a:extLst>
          </p:cNvPr>
          <p:cNvCxnSpPr>
            <a:cxnSpLocks/>
          </p:cNvCxnSpPr>
          <p:nvPr/>
        </p:nvCxnSpPr>
        <p:spPr>
          <a:xfrm>
            <a:off x="787400" y="770467"/>
            <a:ext cx="0" cy="14478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5F488776-D031-8804-1598-06578695B8A4}"/>
              </a:ext>
            </a:extLst>
          </p:cNvPr>
          <p:cNvSpPr txBox="1"/>
          <p:nvPr/>
        </p:nvSpPr>
        <p:spPr>
          <a:xfrm>
            <a:off x="2540001" y="415448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84FAD4C-86DD-4101-D5C2-447C714F50BC}"/>
              </a:ext>
            </a:extLst>
          </p:cNvPr>
          <p:cNvSpPr txBox="1"/>
          <p:nvPr/>
        </p:nvSpPr>
        <p:spPr>
          <a:xfrm>
            <a:off x="352735" y="2013176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17D568AB-5916-04BC-3D08-4AF30A885D86}"/>
              </a:ext>
            </a:extLst>
          </p:cNvPr>
          <p:cNvSpPr txBox="1"/>
          <p:nvPr/>
        </p:nvSpPr>
        <p:spPr>
          <a:xfrm>
            <a:off x="8568266" y="1429922"/>
            <a:ext cx="3623733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left_seat_y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Y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coordinate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X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coordinate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column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right_seat_x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X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coordinate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column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Seat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one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, ..)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left_seat_y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n_row_number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* (2*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left_seat_x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– 2*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right_seat_x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+ 2*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upper_seat_y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– 2*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upper_seat_x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r_w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/2 –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lower_seat_y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d_h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lower_seat_x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u_l_x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r_w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/2 –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s_r</a:t>
            </a:r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3854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858DDCA-486F-DFCB-C4F4-02C8B9509B97}"/>
              </a:ext>
            </a:extLst>
          </p:cNvPr>
          <p:cNvSpPr/>
          <p:nvPr/>
        </p:nvSpPr>
        <p:spPr>
          <a:xfrm>
            <a:off x="412314" y="317792"/>
            <a:ext cx="3245285" cy="1379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LayoutHtmlFiles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AddReservation.htm, MakeReservation.htm, SearchReservation.htm, ShowLayout.htm, EventReservation.htm, ReservationList.htm, ReservationPrint.htm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C768D-5460-3046-F1D8-B092BA2F0E0A}"/>
              </a:ext>
            </a:extLst>
          </p:cNvPr>
          <p:cNvSpPr/>
          <p:nvPr/>
        </p:nvSpPr>
        <p:spPr>
          <a:xfrm>
            <a:off x="412313" y="1696823"/>
            <a:ext cx="3245286" cy="20456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B863C8A-449C-1A13-1CA0-46C134E3C471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ReservationLayoutHtmlFiles.js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17247C-D33A-45E3-0863-8591D391B66D}"/>
              </a:ext>
            </a:extLst>
          </p:cNvPr>
          <p:cNvSpPr/>
          <p:nvPr/>
        </p:nvSpPr>
        <p:spPr>
          <a:xfrm>
            <a:off x="412313" y="3711802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LayoutStyle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&lt;style&gt; 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025F71-46C4-EFEC-DE3F-A5637F4ABD54}"/>
              </a:ext>
            </a:extLst>
          </p:cNvPr>
          <p:cNvSpPr/>
          <p:nvPr/>
        </p:nvSpPr>
        <p:spPr>
          <a:xfrm>
            <a:off x="412312" y="4468663"/>
            <a:ext cx="3245286" cy="19395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m_html_style_code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@media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@page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3532F4-A8C5-5EF5-1450-E4EA4C883F08}"/>
              </a:ext>
            </a:extLst>
          </p:cNvPr>
          <p:cNvSpPr/>
          <p:nvPr/>
        </p:nvSpPr>
        <p:spPr>
          <a:xfrm>
            <a:off x="4296157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LayoutBody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67D9E-121F-B623-50AD-F7D386DC1D2C}"/>
              </a:ext>
            </a:extLst>
          </p:cNvPr>
          <p:cNvSpPr/>
          <p:nvPr/>
        </p:nvSpPr>
        <p:spPr>
          <a:xfrm>
            <a:off x="4296156" y="1574276"/>
            <a:ext cx="3245286" cy="32899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m_html_body_code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Global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divSelectEvent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paragraphDisplayEvent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layoutSvgTrTd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All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imageSponsors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Sponsor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Print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bodyReservationList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List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B1EDC33-C4F2-D61D-4B4D-12E93C994F16}"/>
              </a:ext>
            </a:extLst>
          </p:cNvPr>
          <p:cNvSpPr/>
          <p:nvPr/>
        </p:nvSpPr>
        <p:spPr>
          <a:xfrm>
            <a:off x="7652099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LayoutScript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214645-7643-34D7-A504-BDD07B87DA0F}"/>
              </a:ext>
            </a:extLst>
          </p:cNvPr>
          <p:cNvSpPr/>
          <p:nvPr/>
        </p:nvSpPr>
        <p:spPr>
          <a:xfrm>
            <a:off x="7652098" y="1574276"/>
            <a:ext cx="3245286" cy="29882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m_html_script_code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addIncludeJavaScripts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Seat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setMouseDownMouseOver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Mouse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Main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noScript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not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allowed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tempMainComments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97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7C5640-4119-299C-C5A9-B3E4BF88F9C8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89BFB1-0E5A-52EF-A6E6-82CED99E30C2}"/>
              </a:ext>
            </a:extLst>
          </p:cNvPr>
          <p:cNvSpPr/>
          <p:nvPr/>
        </p:nvSpPr>
        <p:spPr>
          <a:xfrm>
            <a:off x="301998" y="1337581"/>
            <a:ext cx="45528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Create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4FA9B9-1F5F-57BA-5E4E-AD0FA3306E44}"/>
              </a:ext>
            </a:extLst>
          </p:cNvPr>
          <p:cNvSpPr/>
          <p:nvPr/>
        </p:nvSpPr>
        <p:spPr>
          <a:xfrm>
            <a:off x="301998" y="1908050"/>
            <a:ext cx="4552806" cy="250538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&lt;html&gt;</a:t>
            </a: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38D4641-1529-4778-F19B-788A21D229DE}"/>
              </a:ext>
            </a:extLst>
          </p:cNvPr>
          <p:cNvSpPr/>
          <p:nvPr/>
        </p:nvSpPr>
        <p:spPr>
          <a:xfrm>
            <a:off x="410405" y="2289117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&lt;header&gt;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Included external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Utils_20241111.js, TODO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85299A7-903D-691C-A721-D27847BFD0F4}"/>
              </a:ext>
            </a:extLst>
          </p:cNvPr>
          <p:cNvSpPr/>
          <p:nvPr/>
        </p:nvSpPr>
        <p:spPr>
          <a:xfrm>
            <a:off x="410404" y="3170910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&lt;body&gt;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 function: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&lt;div&gt; elements are defined on another picture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17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26E583-3EB5-058F-AF67-4EC9C6251CC2}"/>
              </a:ext>
            </a:extLst>
          </p:cNvPr>
          <p:cNvSpPr/>
          <p:nvPr/>
        </p:nvSpPr>
        <p:spPr>
          <a:xfrm>
            <a:off x="8823488" y="3858498"/>
            <a:ext cx="28035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7695202-0A8C-B75A-D794-C4130D4AAB0D}"/>
              </a:ext>
            </a:extLst>
          </p:cNvPr>
          <p:cNvSpPr/>
          <p:nvPr/>
        </p:nvSpPr>
        <p:spPr>
          <a:xfrm>
            <a:off x="768624" y="847614"/>
            <a:ext cx="1804894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6BDAA3-79F7-C440-D217-4A9EE2377B01}"/>
              </a:ext>
            </a:extLst>
          </p:cNvPr>
          <p:cNvSpPr/>
          <p:nvPr/>
        </p:nvSpPr>
        <p:spPr>
          <a:xfrm>
            <a:off x="316137" y="1356661"/>
            <a:ext cx="270986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createReservationLayoutControls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4B040C-3A50-D38A-9267-69909D988A58}"/>
              </a:ext>
            </a:extLst>
          </p:cNvPr>
          <p:cNvSpPr/>
          <p:nvPr/>
        </p:nvSpPr>
        <p:spPr>
          <a:xfrm>
            <a:off x="6133706" y="970025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createUploadLayoutFiles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B9307D-3D73-EAD7-5FDB-BFF0C4F1452D}"/>
              </a:ext>
            </a:extLst>
          </p:cNvPr>
          <p:cNvSpPr/>
          <p:nvPr/>
        </p:nvSpPr>
        <p:spPr>
          <a:xfrm>
            <a:off x="6153243" y="1565872"/>
            <a:ext cx="265452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construcPathToResultDirectory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FF847E1-A99A-3618-53D8-7A4658DEFC09}"/>
              </a:ext>
            </a:extLst>
          </p:cNvPr>
          <p:cNvSpPr/>
          <p:nvPr/>
        </p:nvSpPr>
        <p:spPr>
          <a:xfrm>
            <a:off x="6157301" y="2149384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7095E30-1F70-1AD4-AB3A-B40844675415}"/>
              </a:ext>
            </a:extLst>
          </p:cNvPr>
          <p:cNvSpPr/>
          <p:nvPr/>
        </p:nvSpPr>
        <p:spPr>
          <a:xfrm>
            <a:off x="9103840" y="1907115"/>
            <a:ext cx="188973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3DF33EA-EFFD-B333-46AB-84F4BD27DEA6}"/>
              </a:ext>
            </a:extLst>
          </p:cNvPr>
          <p:cNvSpPr/>
          <p:nvPr/>
        </p:nvSpPr>
        <p:spPr>
          <a:xfrm>
            <a:off x="9103840" y="2229222"/>
            <a:ext cx="1889736" cy="56390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6F37A1-EAC4-9DB8-2464-FEE313F1072E}"/>
              </a:ext>
            </a:extLst>
          </p:cNvPr>
          <p:cNvSpPr/>
          <p:nvPr/>
        </p:nvSpPr>
        <p:spPr>
          <a:xfrm>
            <a:off x="6096000" y="3721629"/>
            <a:ext cx="2718062" cy="5958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recursiveFileCreation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UtilServer.saveFileCallback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C7694AA-3393-2A5A-78B2-3E1F6E019D14}"/>
              </a:ext>
            </a:extLst>
          </p:cNvPr>
          <p:cNvSpPr/>
          <p:nvPr/>
        </p:nvSpPr>
        <p:spPr>
          <a:xfrm>
            <a:off x="6096000" y="2741315"/>
            <a:ext cx="2718062" cy="7104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 create global array with HTML content and global array with HTML code 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1EC3CFC-FA26-1E9E-6B0C-E36B11205113}"/>
              </a:ext>
            </a:extLst>
          </p:cNvPr>
          <p:cNvSpPr/>
          <p:nvPr/>
        </p:nvSpPr>
        <p:spPr>
          <a:xfrm>
            <a:off x="9233894" y="3755458"/>
            <a:ext cx="2411568" cy="562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g_path_file_name_array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g_layout_html_code_array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00C1A8E-6453-5E24-3893-8C1E3941DE1E}"/>
              </a:ext>
            </a:extLst>
          </p:cNvPr>
          <p:cNvSpPr/>
          <p:nvPr/>
        </p:nvSpPr>
        <p:spPr>
          <a:xfrm>
            <a:off x="6086573" y="4587300"/>
            <a:ext cx="271806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afterSaveAllHtml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29224F6-C036-F233-AD97-1F45123FDF1E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 flipH="1">
            <a:off x="7445604" y="4317476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0EAFCDC-193C-80F4-FFCD-10FD68EA5C2E}"/>
              </a:ext>
            </a:extLst>
          </p:cNvPr>
          <p:cNvCxnSpPr/>
          <p:nvPr/>
        </p:nvCxnSpPr>
        <p:spPr>
          <a:xfrm flipH="1">
            <a:off x="7445604" y="3451805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0BA8A1D-8658-12BA-8CA7-C82C6592B306}"/>
              </a:ext>
            </a:extLst>
          </p:cNvPr>
          <p:cNvCxnSpPr/>
          <p:nvPr/>
        </p:nvCxnSpPr>
        <p:spPr>
          <a:xfrm flipH="1">
            <a:off x="7471079" y="24812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E508AB9-7579-EEA0-9EBB-10D4B59217C3}"/>
              </a:ext>
            </a:extLst>
          </p:cNvPr>
          <p:cNvCxnSpPr/>
          <p:nvPr/>
        </p:nvCxnSpPr>
        <p:spPr>
          <a:xfrm flipH="1">
            <a:off x="7462059" y="18795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A495624-C149-4CAF-FEE3-776A88190589}"/>
              </a:ext>
            </a:extLst>
          </p:cNvPr>
          <p:cNvCxnSpPr/>
          <p:nvPr/>
        </p:nvCxnSpPr>
        <p:spPr>
          <a:xfrm flipH="1">
            <a:off x="7494674" y="128127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48304D1-9B2A-8074-6A67-06B3E462998E}"/>
              </a:ext>
            </a:extLst>
          </p:cNvPr>
          <p:cNvSpPr/>
          <p:nvPr/>
        </p:nvSpPr>
        <p:spPr>
          <a:xfrm>
            <a:off x="1104027" y="2281979"/>
            <a:ext cx="2144754" cy="3351126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dirFileAnyCase</a:t>
            </a:r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2991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A99B62-5B6F-EE42-A100-7C420F7BD4A6}"/>
              </a:ext>
            </a:extLst>
          </p:cNvPr>
          <p:cNvSpPr/>
          <p:nvPr/>
        </p:nvSpPr>
        <p:spPr>
          <a:xfrm>
            <a:off x="1074960" y="724176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CheckInputCreateDirs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Check/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6AC4DAA-B896-A3BB-6301-9ED0C4061DC1}"/>
              </a:ext>
            </a:extLst>
          </p:cNvPr>
          <p:cNvSpPr/>
          <p:nvPr/>
        </p:nvSpPr>
        <p:spPr>
          <a:xfrm>
            <a:off x="1074957" y="1285247"/>
            <a:ext cx="2950505" cy="2646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m_global_variable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m_layout_files_data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m_callback_success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m_relative_path_php_dir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9D57C4-953A-203B-29D6-C3AD3096CD95}"/>
              </a:ext>
            </a:extLst>
          </p:cNvPr>
          <p:cNvSpPr/>
          <p:nvPr/>
        </p:nvSpPr>
        <p:spPr>
          <a:xfrm>
            <a:off x="1008993" y="4126337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creation of layout 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508982-0135-FE45-30DD-30C9CFA79A7C}"/>
              </a:ext>
            </a:extLst>
          </p:cNvPr>
          <p:cNvSpPr/>
          <p:nvPr/>
        </p:nvSpPr>
        <p:spPr>
          <a:xfrm>
            <a:off x="1008990" y="4687408"/>
            <a:ext cx="2950505" cy="17732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m_organisation_dir_name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4684E0-5BC8-FD4D-7A6F-E1FAC0318CDB}"/>
              </a:ext>
            </a:extLst>
          </p:cNvPr>
          <p:cNvSpPr/>
          <p:nvPr/>
        </p:nvSpPr>
        <p:spPr>
          <a:xfrm>
            <a:off x="4501917" y="734481"/>
            <a:ext cx="2724345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: All member variables are set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7097B6-3451-8D9F-46CA-36B31BDE7186}"/>
              </a:ext>
            </a:extLst>
          </p:cNvPr>
          <p:cNvSpPr/>
          <p:nvPr/>
        </p:nvSpPr>
        <p:spPr>
          <a:xfrm>
            <a:off x="4521858" y="1330328"/>
            <a:ext cx="2712430" cy="4097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Check data.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not valid data 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E678AE2-C14B-B222-2484-4ACDB032348D}"/>
              </a:ext>
            </a:extLst>
          </p:cNvPr>
          <p:cNvSpPr/>
          <p:nvPr/>
        </p:nvSpPr>
        <p:spPr>
          <a:xfrm>
            <a:off x="4525201" y="2033851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B084130-B61B-D3CE-199C-2330FECC8CAB}"/>
              </a:ext>
            </a:extLst>
          </p:cNvPr>
          <p:cNvCxnSpPr/>
          <p:nvPr/>
        </p:nvCxnSpPr>
        <p:spPr>
          <a:xfrm flipH="1">
            <a:off x="5843063" y="1764027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DEBE546-3753-6AD6-CD2C-2774CA9D89A4}"/>
              </a:ext>
            </a:extLst>
          </p:cNvPr>
          <p:cNvCxnSpPr/>
          <p:nvPr/>
        </p:nvCxnSpPr>
        <p:spPr>
          <a:xfrm flipH="1">
            <a:off x="5852801" y="104234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12EFCB4-6F18-E6B0-2944-6803A9CFB577}"/>
              </a:ext>
            </a:extLst>
          </p:cNvPr>
          <p:cNvSpPr/>
          <p:nvPr/>
        </p:nvSpPr>
        <p:spPr>
          <a:xfrm>
            <a:off x="4557363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UtilFiles.dirFileAnyCase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ECB8E7-D2F2-F8C4-68D3-FF8871BC1032}"/>
              </a:ext>
            </a:extLst>
          </p:cNvPr>
          <p:cNvCxnSpPr/>
          <p:nvPr/>
        </p:nvCxnSpPr>
        <p:spPr>
          <a:xfrm flipH="1">
            <a:off x="5875225" y="2533398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A57E7B24-F6E8-6A6E-8019-E20D03BFC1B7}"/>
              </a:ext>
            </a:extLst>
          </p:cNvPr>
          <p:cNvSpPr/>
          <p:nvPr/>
        </p:nvSpPr>
        <p:spPr>
          <a:xfrm>
            <a:off x="7531790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5F20770-0808-82ED-3EAD-32E5901D7455}"/>
              </a:ext>
            </a:extLst>
          </p:cNvPr>
          <p:cNvCxnSpPr/>
          <p:nvPr/>
        </p:nvCxnSpPr>
        <p:spPr>
          <a:xfrm flipH="1">
            <a:off x="8893962" y="3302769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9A91108-E36F-AAB0-B0D6-79F7BA68E0B8}"/>
              </a:ext>
            </a:extLst>
          </p:cNvPr>
          <p:cNvCxnSpPr>
            <a:cxnSpLocks/>
          </p:cNvCxnSpPr>
          <p:nvPr/>
        </p:nvCxnSpPr>
        <p:spPr>
          <a:xfrm flipH="1">
            <a:off x="5884652" y="3285408"/>
            <a:ext cx="12148" cy="4247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36E6625-3619-AB0D-8AF9-9E28E57939BF}"/>
              </a:ext>
            </a:extLst>
          </p:cNvPr>
          <p:cNvCxnSpPr>
            <a:cxnSpLocks/>
          </p:cNvCxnSpPr>
          <p:nvPr/>
        </p:nvCxnSpPr>
        <p:spPr>
          <a:xfrm flipH="1">
            <a:off x="5862228" y="3555232"/>
            <a:ext cx="3041161" cy="173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EB2B9AD-C347-5F7B-0F7E-30D6D9F0487B}"/>
              </a:ext>
            </a:extLst>
          </p:cNvPr>
          <p:cNvCxnSpPr>
            <a:cxnSpLocks/>
          </p:cNvCxnSpPr>
          <p:nvPr/>
        </p:nvCxnSpPr>
        <p:spPr>
          <a:xfrm flipH="1">
            <a:off x="7281708" y="3041864"/>
            <a:ext cx="25008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711E7AD-BB49-E195-DF2C-752368178906}"/>
              </a:ext>
            </a:extLst>
          </p:cNvPr>
          <p:cNvSpPr/>
          <p:nvPr/>
        </p:nvSpPr>
        <p:spPr>
          <a:xfrm>
            <a:off x="4557362" y="372397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724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590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19D2C6-EC7D-E80A-7E30-B631DC91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77" y="480149"/>
            <a:ext cx="3983851" cy="62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3510</Words>
  <Application>Microsoft Office PowerPoint</Application>
  <PresentationFormat>Breitbild</PresentationFormat>
  <Paragraphs>867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3" baseType="lpstr">
      <vt:lpstr>Aptos Narrow</vt:lpstr>
      <vt:lpstr>Arial</vt:lpstr>
      <vt:lpstr>Arial Narrow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150</cp:revision>
  <cp:lastPrinted>2026-06-02T15:27:22Z</cp:lastPrinted>
  <dcterms:created xsi:type="dcterms:W3CDTF">2020-04-04T07:27:22Z</dcterms:created>
  <dcterms:modified xsi:type="dcterms:W3CDTF">2026-06-04T09:05:21Z</dcterms:modified>
</cp:coreProperties>
</file>