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8" r:id="rId3"/>
    <p:sldId id="267" r:id="rId4"/>
    <p:sldId id="266" r:id="rId5"/>
    <p:sldId id="257" r:id="rId6"/>
    <p:sldId id="264" r:id="rId7"/>
    <p:sldId id="260" r:id="rId8"/>
    <p:sldId id="263" r:id="rId9"/>
    <p:sldId id="265" r:id="rId10"/>
    <p:sldId id="258" r:id="rId11"/>
  </p:sldIdLst>
  <p:sldSz cx="12192000" cy="6858000"/>
  <p:notesSz cx="6721475" cy="98663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nnar Liden" initials="GL" lastIdx="2" clrIdx="0">
    <p:extLst>
      <p:ext uri="{19B8F6BF-5375-455C-9EA6-DF929625EA0E}">
        <p15:presenceInfo xmlns:p15="http://schemas.microsoft.com/office/powerpoint/2012/main" userId="6f9d43f83691c4e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FF"/>
    <a:srgbClr val="FEDAD6"/>
    <a:srgbClr val="FFF4D5"/>
    <a:srgbClr val="99CCFF"/>
    <a:srgbClr val="E2FE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322" autoAdjust="0"/>
    <p:restoredTop sz="94660"/>
  </p:normalViewPr>
  <p:slideViewPr>
    <p:cSldViewPr snapToGrid="0">
      <p:cViewPr varScale="1">
        <p:scale>
          <a:sx n="93" d="100"/>
          <a:sy n="93" d="100"/>
        </p:scale>
        <p:origin x="739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16.04.2026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17188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16.04.2026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25621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16.04.2026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54965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16.04.2026</a:t>
            </a:fld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6962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16.04.2026</a:t>
            </a:fld>
            <a:endParaRPr lang="de-CH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39929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16.04.2026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5916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16.04.2026</a:t>
            </a:fld>
            <a:endParaRPr lang="de-CH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25586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16.04.2026</a:t>
            </a:fld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92571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16.04.2026</a:t>
            </a:fld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71973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16.04.2026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67572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16.04.2026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09461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E6D58-9B57-4731-A47B-3CD41B48F0A9}" type="datetimeFigureOut">
              <a:rPr lang="de-CH" smtClean="0"/>
              <a:t>16.04.2026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10310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E57CFFB-3681-D5F4-E468-0C299D384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4" y="3016564"/>
            <a:ext cx="2638095" cy="2695238"/>
          </a:xfrm>
          <a:prstGeom prst="rect">
            <a:avLst/>
          </a:prstGeom>
        </p:spPr>
      </p:pic>
      <p:pic>
        <p:nvPicPr>
          <p:cNvPr id="1026" name="Picture 2" descr="XML-Dateien einer neuen Saison generieren">
            <a:extLst>
              <a:ext uri="{FF2B5EF4-FFF2-40B4-BE49-F238E27FC236}">
                <a16:creationId xmlns:a16="http://schemas.microsoft.com/office/drawing/2014/main" id="{3CF0C929-AB92-83DC-52CF-55A1CCF759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66" y="1671791"/>
            <a:ext cx="1647826" cy="1237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6F326C67-4A02-6544-26E3-4BB0D396869E}"/>
              </a:ext>
            </a:extLst>
          </p:cNvPr>
          <p:cNvSpPr txBox="1"/>
          <p:nvPr/>
        </p:nvSpPr>
        <p:spPr>
          <a:xfrm>
            <a:off x="481308" y="1148571"/>
            <a:ext cx="20374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2800" b="1" dirty="0">
                <a:latin typeface="Arial Black" panose="020B0A04020102020204" pitchFamily="34" charset="0"/>
              </a:rPr>
              <a:t>Intranet</a:t>
            </a:r>
          </a:p>
        </p:txBody>
      </p:sp>
    </p:spTree>
    <p:extLst>
      <p:ext uri="{BB962C8B-B14F-4D97-AF65-F5344CB8AC3E}">
        <p14:creationId xmlns:p14="http://schemas.microsoft.com/office/powerpoint/2010/main" val="2582515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01235A2A-663A-B1C1-5EA5-8B1C6EBDC8E9}"/>
              </a:ext>
            </a:extLst>
          </p:cNvPr>
          <p:cNvSpPr txBox="1"/>
          <p:nvPr/>
        </p:nvSpPr>
        <p:spPr>
          <a:xfrm>
            <a:off x="0" y="187288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CreateXmlEventFiles.js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EBBE27A-EE61-4A1F-883F-15F65C4A1A99}"/>
              </a:ext>
            </a:extLst>
          </p:cNvPr>
          <p:cNvSpPr/>
          <p:nvPr/>
        </p:nvSpPr>
        <p:spPr>
          <a:xfrm>
            <a:off x="76199" y="727616"/>
            <a:ext cx="4973781" cy="57046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CreateXmlEventFiles</a:t>
            </a:r>
            <a:r>
              <a:rPr lang="de-CH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Creates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XML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  <a:endParaRPr lang="de-CH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F47DD69-844E-FFAB-0C4F-14CFB5325223}"/>
              </a:ext>
            </a:extLst>
          </p:cNvPr>
          <p:cNvSpPr/>
          <p:nvPr/>
        </p:nvSpPr>
        <p:spPr>
          <a:xfrm>
            <a:off x="76199" y="1298085"/>
            <a:ext cx="4973782" cy="491568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</a:t>
            </a: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Check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exitence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en-US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g_new_season_files_data</a:t>
            </a:r>
            <a:r>
              <a:rPr lang="en-US" sz="1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Create event XML object. Call </a:t>
            </a:r>
            <a:r>
              <a:rPr lang="en-US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eventObjectXml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eventObjectXml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Create object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EventProgramXml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Callback function </a:t>
            </a:r>
            <a:r>
              <a:rPr lang="en-US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initEventXmlArray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initEventXmlArray</a:t>
            </a:r>
            <a:endParaRPr lang="en-US" sz="12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Initialize array for XML file objects. First call of </a:t>
            </a:r>
            <a:r>
              <a:rPr lang="en-US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createObjectRecursively</a:t>
            </a:r>
            <a:endParaRPr lang="en-US" sz="12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createObjectRecursively</a:t>
            </a:r>
            <a:endParaRPr lang="en-US" sz="12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Create instance of </a:t>
            </a:r>
            <a:r>
              <a:rPr lang="en-US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ReservationEventXml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Calback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function </a:t>
            </a:r>
            <a:r>
              <a:rPr lang="en-US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createObjectRecursively</a:t>
            </a:r>
            <a:r>
              <a:rPr lang="en-US" sz="1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for last object</a:t>
            </a:r>
          </a:p>
          <a:p>
            <a:r>
              <a:rPr lang="en-US" sz="1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for the last object  </a:t>
            </a:r>
            <a:r>
              <a:rPr lang="en-US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setEventXmlObjects</a:t>
            </a:r>
            <a:endParaRPr lang="en-US" sz="12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setEventXmlObjects</a:t>
            </a:r>
            <a:endParaRPr lang="en-US" sz="12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Sets all event XML objects with data from the event program XML object</a:t>
            </a: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Call </a:t>
            </a:r>
            <a:r>
              <a:rPr lang="en-US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saveEventXmlFilesRecursively</a:t>
            </a:r>
            <a:endParaRPr lang="en-US" sz="12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saveEventXmlFilesRecursively</a:t>
            </a:r>
            <a:endParaRPr lang="en-US" sz="12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Call of </a:t>
            </a:r>
            <a:r>
              <a:rPr lang="en-US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ReservationEventXml</a:t>
            </a:r>
            <a:endParaRPr lang="en-US" sz="12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Calback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function </a:t>
            </a:r>
            <a:r>
              <a:rPr lang="en-US" sz="11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saveEventXmlFilesRecursively</a:t>
            </a:r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for last object</a:t>
            </a: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for the last object  </a:t>
            </a:r>
            <a:r>
              <a:rPr lang="en-US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allEventXmlFilesSaved</a:t>
            </a:r>
            <a:endParaRPr lang="en-US" sz="12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allEventXmlFilesSaved</a:t>
            </a:r>
            <a:endParaRPr lang="en-US" sz="12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Message to the user</a:t>
            </a:r>
            <a:endParaRPr lang="en-US" sz="12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0034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AF544034-4CB0-7421-E984-56CFE2F42B7E}"/>
              </a:ext>
            </a:extLst>
          </p:cNvPr>
          <p:cNvSpPr/>
          <p:nvPr/>
        </p:nvSpPr>
        <p:spPr>
          <a:xfrm>
            <a:off x="753620" y="270414"/>
            <a:ext cx="4057369" cy="57046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ReservationNewSeasonData</a:t>
            </a:r>
            <a:r>
              <a:rPr lang="de-CH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creation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season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files</a:t>
            </a:r>
            <a:endParaRPr lang="de-CH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915AF3A7-8F2C-18A0-9575-87F4CA364F68}"/>
              </a:ext>
            </a:extLst>
          </p:cNvPr>
          <p:cNvSpPr/>
          <p:nvPr/>
        </p:nvSpPr>
        <p:spPr>
          <a:xfrm>
            <a:off x="753620" y="840882"/>
            <a:ext cx="4057372" cy="574670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m_season_case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Case current, previous or next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m_main_dir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Reservation (Release) or </a:t>
            </a:r>
            <a:r>
              <a:rPr lang="en-US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ReservationLayout</a:t>
            </a:r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(Development)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m_result_dir</a:t>
            </a:r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For instance Spagi_76_Chairs_V_2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m_sub_xml_dir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SaisonXML</a:t>
            </a:r>
            <a:endParaRPr lang="en-US" sz="1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m_xml_filename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EventProgram.xml</a:t>
            </a: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m_event_program_callback_fctn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Callback function name for the event program file creation</a:t>
            </a: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m_abs_event_program_url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Absolute URL for </a:t>
            </a:r>
            <a:r>
              <a:rPr lang="en-US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m_xml_filename</a:t>
            </a:r>
            <a:endParaRPr lang="en-US" sz="1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m_abs_result_dir_url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Absolute URL to result directory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m_rel_event_program_dir_url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Relative </a:t>
            </a:r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URL to result directory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m_rel_event_files_dir_url</a:t>
            </a:r>
            <a:endParaRPr lang="fr-FR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Relative </a:t>
            </a:r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URL to result directory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m_input_data_ok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de-CH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Flag</a:t>
            </a:r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telling if the input data is OK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m_season_start_year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Season </a:t>
            </a:r>
            <a:r>
              <a:rPr lang="de-CH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</a:t>
            </a:r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</a:t>
            </a:r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year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m_season_xml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Instance </a:t>
            </a:r>
            <a:r>
              <a:rPr lang="de-CH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SeasonXml</a:t>
            </a:r>
            <a:endParaRPr lang="de-CH" sz="1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m_event_xml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Instance </a:t>
            </a:r>
            <a:r>
              <a:rPr lang="de-CH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EventProgramXml</a:t>
            </a:r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m_event_object_index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Current index for </a:t>
            </a:r>
            <a:r>
              <a:rPr lang="en-US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m_event_xml_array</a:t>
            </a:r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recursive loop</a:t>
            </a:r>
            <a:endParaRPr lang="de-CH" sz="1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m_event_xml_array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Array with event XML objects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m_file_name_add_str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'Salmen’;</a:t>
            </a:r>
          </a:p>
          <a:p>
            <a:r>
              <a:rPr lang="fr-FR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m_event_files_sub_dir</a:t>
            </a:r>
            <a:endParaRPr lang="fr-FR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Subdirectory </a:t>
            </a:r>
            <a:r>
              <a:rPr lang="de-CH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m_result_dir</a:t>
            </a:r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de-CH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m_sub_xml_dir</a:t>
            </a:r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1235A2A-663A-B1C1-5EA5-8B1C6EBDC8E9}"/>
              </a:ext>
            </a:extLst>
          </p:cNvPr>
          <p:cNvSpPr txBox="1"/>
          <p:nvPr/>
        </p:nvSpPr>
        <p:spPr>
          <a:xfrm>
            <a:off x="5517572" y="187288"/>
            <a:ext cx="66744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b="1" dirty="0" err="1">
                <a:latin typeface="Arial" panose="020B0604020202020204" pitchFamily="34" charset="0"/>
                <a:cs typeface="Arial" panose="020B0604020202020204" pitchFamily="34" charset="0"/>
              </a:rPr>
              <a:t>ReservationNewSeasonData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 .js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6D08DB3-A645-AC9B-6568-85F23F06607B}"/>
              </a:ext>
            </a:extLst>
          </p:cNvPr>
          <p:cNvSpPr txBox="1"/>
          <p:nvPr/>
        </p:nvSpPr>
        <p:spPr>
          <a:xfrm>
            <a:off x="4920264" y="6016212"/>
            <a:ext cx="40573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g_new_season_files_data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</a:p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new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ReservationNewSeasonData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(…) </a:t>
            </a:r>
            <a:endParaRPr lang="de-CH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856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0B0E4C48-E5E3-50B0-722E-1FF60AA68ED7}"/>
              </a:ext>
            </a:extLst>
          </p:cNvPr>
          <p:cNvSpPr/>
          <p:nvPr/>
        </p:nvSpPr>
        <p:spPr>
          <a:xfrm>
            <a:off x="3974800" y="1444587"/>
            <a:ext cx="3226097" cy="57046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NewSeasonData</a:t>
            </a:r>
            <a:r>
              <a:rPr lang="de-CH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creation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season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files</a:t>
            </a:r>
            <a:endParaRPr lang="de-CH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F2BD684-42AF-27A2-400D-704893551E18}"/>
              </a:ext>
            </a:extLst>
          </p:cNvPr>
          <p:cNvSpPr/>
          <p:nvPr/>
        </p:nvSpPr>
        <p:spPr>
          <a:xfrm>
            <a:off x="3974800" y="2015056"/>
            <a:ext cx="3226099" cy="38765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m_main_dir_name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Name of the server main directory name:</a:t>
            </a: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ReservationLayout</a:t>
            </a:r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or Reservation</a:t>
            </a:r>
          </a:p>
          <a:p>
            <a:endParaRPr lang="en-US" sz="1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getMainDir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setMainDir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i_main_dir_name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m_result_directory_name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Name of the server result directory name</a:t>
            </a: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For instance Spagi_76_Chairs_V_2</a:t>
            </a: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getResultDir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setResultDir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i_result_directory_name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m_data_is_valid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Flag telling if the input data is valid</a:t>
            </a: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checkData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Checks the data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dataIsValid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Returns true if the data is valid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55EE7E9-B8FA-E371-42E7-81970FCB10AB}"/>
              </a:ext>
            </a:extLst>
          </p:cNvPr>
          <p:cNvSpPr/>
          <p:nvPr/>
        </p:nvSpPr>
        <p:spPr>
          <a:xfrm>
            <a:off x="78209" y="1444587"/>
            <a:ext cx="3735254" cy="57046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NewSeasonStorage</a:t>
            </a:r>
            <a:r>
              <a:rPr lang="de-CH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Storage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NewSeasonData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Computer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89F64E2-5A34-AB99-E7A3-FF365B4615A9}"/>
              </a:ext>
            </a:extLst>
          </p:cNvPr>
          <p:cNvSpPr/>
          <p:nvPr/>
        </p:nvSpPr>
        <p:spPr>
          <a:xfrm>
            <a:off x="78209" y="2015056"/>
            <a:ext cx="3735254" cy="38765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setLocal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i_new_season_data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Sets the new season data as windows local storage</a:t>
            </a: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setSession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i_new_season_data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Sets the new season data as windows  session storage</a:t>
            </a: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(not yet used)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getLocal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Returns object </a:t>
            </a:r>
            <a:r>
              <a:rPr lang="en-US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NewSeasonData</a:t>
            </a:r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from local storage</a:t>
            </a:r>
          </a:p>
          <a:p>
            <a:endParaRPr lang="en-US" sz="1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getSession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Returns object </a:t>
            </a:r>
            <a:r>
              <a:rPr lang="en-US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NewSeasonData</a:t>
            </a:r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from session storage</a:t>
            </a: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initLocal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Initialization of not yet set storage variables</a:t>
            </a: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initSession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Initialization of not yet set  session variables</a:t>
            </a:r>
          </a:p>
          <a:p>
            <a:endParaRPr lang="en-US" sz="1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keyMainDir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Returns key </a:t>
            </a:r>
            <a:r>
              <a:rPr lang="en-US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organisation</a:t>
            </a:r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directory name</a:t>
            </a: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keyResultDir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Returns key result directory name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8295F38-065D-A891-D7C1-514EC6314162}"/>
              </a:ext>
            </a:extLst>
          </p:cNvPr>
          <p:cNvSpPr txBox="1"/>
          <p:nvPr/>
        </p:nvSpPr>
        <p:spPr>
          <a:xfrm>
            <a:off x="0" y="187288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NewSeasonStorage.js</a:t>
            </a:r>
          </a:p>
        </p:txBody>
      </p:sp>
    </p:spTree>
    <p:extLst>
      <p:ext uri="{BB962C8B-B14F-4D97-AF65-F5344CB8AC3E}">
        <p14:creationId xmlns:p14="http://schemas.microsoft.com/office/powerpoint/2010/main" val="3816957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7CEBC9C9-E2A2-F518-F6EF-B6CF20296A69}"/>
              </a:ext>
            </a:extLst>
          </p:cNvPr>
          <p:cNvCxnSpPr>
            <a:cxnSpLocks/>
            <a:stCxn id="31" idx="0"/>
          </p:cNvCxnSpPr>
          <p:nvPr/>
        </p:nvCxnSpPr>
        <p:spPr>
          <a:xfrm flipV="1">
            <a:off x="4296772" y="645246"/>
            <a:ext cx="36146" cy="1418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D60E4EDF-F6F3-4EC8-D6C3-EA780D800D29}"/>
              </a:ext>
            </a:extLst>
          </p:cNvPr>
          <p:cNvCxnSpPr>
            <a:cxnSpLocks/>
            <a:endCxn id="6" idx="2"/>
          </p:cNvCxnSpPr>
          <p:nvPr/>
        </p:nvCxnSpPr>
        <p:spPr>
          <a:xfrm flipH="1" flipV="1">
            <a:off x="3895457" y="450597"/>
            <a:ext cx="1251" cy="1946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B09F7E61-6648-D83F-174F-C4BA978A1705}"/>
              </a:ext>
            </a:extLst>
          </p:cNvPr>
          <p:cNvCxnSpPr>
            <a:cxnSpLocks/>
          </p:cNvCxnSpPr>
          <p:nvPr/>
        </p:nvCxnSpPr>
        <p:spPr>
          <a:xfrm flipV="1">
            <a:off x="2039676" y="638108"/>
            <a:ext cx="0" cy="13003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6D293917-8B42-22C6-CC6D-86DE59EA755F}"/>
              </a:ext>
            </a:extLst>
          </p:cNvPr>
          <p:cNvCxnSpPr>
            <a:cxnSpLocks/>
          </p:cNvCxnSpPr>
          <p:nvPr/>
        </p:nvCxnSpPr>
        <p:spPr>
          <a:xfrm>
            <a:off x="2052103" y="638108"/>
            <a:ext cx="3946056" cy="71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hteck 4">
            <a:extLst>
              <a:ext uri="{FF2B5EF4-FFF2-40B4-BE49-F238E27FC236}">
                <a16:creationId xmlns:a16="http://schemas.microsoft.com/office/drawing/2014/main" id="{D21FE9F8-64B5-4E35-B6EA-05F08AA2ADE4}"/>
              </a:ext>
            </a:extLst>
          </p:cNvPr>
          <p:cNvSpPr/>
          <p:nvPr/>
        </p:nvSpPr>
        <p:spPr>
          <a:xfrm>
            <a:off x="2158329" y="822367"/>
            <a:ext cx="614749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Styles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CED2CE5-7752-9423-530E-0A08F0FF8AAF}"/>
              </a:ext>
            </a:extLst>
          </p:cNvPr>
          <p:cNvSpPr/>
          <p:nvPr/>
        </p:nvSpPr>
        <p:spPr>
          <a:xfrm>
            <a:off x="3034145" y="146305"/>
            <a:ext cx="1722623" cy="30429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ReservationLayout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7" name="Flussdiagramm: Karte 6">
            <a:extLst>
              <a:ext uri="{FF2B5EF4-FFF2-40B4-BE49-F238E27FC236}">
                <a16:creationId xmlns:a16="http://schemas.microsoft.com/office/drawing/2014/main" id="{9B0DED37-95EB-E8FD-77B7-6E12760A6F2F}"/>
              </a:ext>
            </a:extLst>
          </p:cNvPr>
          <p:cNvSpPr/>
          <p:nvPr/>
        </p:nvSpPr>
        <p:spPr>
          <a:xfrm>
            <a:off x="943346" y="1586092"/>
            <a:ext cx="1900965" cy="296211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ReservationNewSeason.htm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F0358E2B-9351-68E2-51D4-F1AEAB64B91E}"/>
              </a:ext>
            </a:extLst>
          </p:cNvPr>
          <p:cNvCxnSpPr>
            <a:cxnSpLocks/>
          </p:cNvCxnSpPr>
          <p:nvPr/>
        </p:nvCxnSpPr>
        <p:spPr>
          <a:xfrm flipV="1">
            <a:off x="2480403" y="638108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88287F10-85B9-5BD7-9EF0-739DE6D80E01}"/>
              </a:ext>
            </a:extLst>
          </p:cNvPr>
          <p:cNvCxnSpPr>
            <a:cxnSpLocks/>
          </p:cNvCxnSpPr>
          <p:nvPr/>
        </p:nvCxnSpPr>
        <p:spPr>
          <a:xfrm flipV="1">
            <a:off x="3816119" y="645246"/>
            <a:ext cx="0" cy="204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100BE514-10CF-EB50-FA31-9FE4FE2A30AE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5998159" y="638169"/>
            <a:ext cx="0" cy="2019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hteck 10">
            <a:extLst>
              <a:ext uri="{FF2B5EF4-FFF2-40B4-BE49-F238E27FC236}">
                <a16:creationId xmlns:a16="http://schemas.microsoft.com/office/drawing/2014/main" id="{388A52DD-3BF4-EF5A-CFA3-A93ED2D5B2AC}"/>
              </a:ext>
            </a:extLst>
          </p:cNvPr>
          <p:cNvSpPr/>
          <p:nvPr/>
        </p:nvSpPr>
        <p:spPr>
          <a:xfrm>
            <a:off x="5526508" y="840085"/>
            <a:ext cx="943302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F422BE50-7688-C463-3D87-63D61DCAA392}"/>
              </a:ext>
            </a:extLst>
          </p:cNvPr>
          <p:cNvCxnSpPr>
            <a:cxnSpLocks/>
          </p:cNvCxnSpPr>
          <p:nvPr/>
        </p:nvCxnSpPr>
        <p:spPr>
          <a:xfrm flipV="1">
            <a:off x="7581010" y="5536912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hteck 12">
            <a:extLst>
              <a:ext uri="{FF2B5EF4-FFF2-40B4-BE49-F238E27FC236}">
                <a16:creationId xmlns:a16="http://schemas.microsoft.com/office/drawing/2014/main" id="{0DAAC154-60E0-2A5E-3A17-31F66DEEBF53}"/>
              </a:ext>
            </a:extLst>
          </p:cNvPr>
          <p:cNvSpPr/>
          <p:nvPr/>
        </p:nvSpPr>
        <p:spPr>
          <a:xfrm>
            <a:off x="2835461" y="831850"/>
            <a:ext cx="585933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jQuery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2BDDBDDC-F345-9FDF-A258-B8708A7F435B}"/>
              </a:ext>
            </a:extLst>
          </p:cNvPr>
          <p:cNvCxnSpPr>
            <a:cxnSpLocks/>
          </p:cNvCxnSpPr>
          <p:nvPr/>
        </p:nvCxnSpPr>
        <p:spPr>
          <a:xfrm flipV="1">
            <a:off x="3138084" y="647591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866E53A6-DBFA-5E2C-14E1-C4DE291EED02}"/>
              </a:ext>
            </a:extLst>
          </p:cNvPr>
          <p:cNvCxnSpPr>
            <a:cxnSpLocks/>
          </p:cNvCxnSpPr>
          <p:nvPr/>
        </p:nvCxnSpPr>
        <p:spPr>
          <a:xfrm flipV="1">
            <a:off x="8497566" y="5787135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D7C89C56-26D7-0638-6069-5BD9A293D94F}"/>
              </a:ext>
            </a:extLst>
          </p:cNvPr>
          <p:cNvCxnSpPr>
            <a:cxnSpLocks/>
          </p:cNvCxnSpPr>
          <p:nvPr/>
        </p:nvCxnSpPr>
        <p:spPr>
          <a:xfrm flipH="1" flipV="1">
            <a:off x="6518207" y="450597"/>
            <a:ext cx="47559" cy="56240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1D29CF29-F7BB-9B55-629B-24083E63893C}"/>
              </a:ext>
            </a:extLst>
          </p:cNvPr>
          <p:cNvCxnSpPr>
            <a:cxnSpLocks/>
          </p:cNvCxnSpPr>
          <p:nvPr/>
        </p:nvCxnSpPr>
        <p:spPr>
          <a:xfrm flipH="1" flipV="1">
            <a:off x="885436" y="247990"/>
            <a:ext cx="47559" cy="56240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693B7339-15E0-49E5-0EF9-10A3ED2D9D11}"/>
              </a:ext>
            </a:extLst>
          </p:cNvPr>
          <p:cNvSpPr/>
          <p:nvPr/>
        </p:nvSpPr>
        <p:spPr>
          <a:xfrm>
            <a:off x="3486886" y="837080"/>
            <a:ext cx="639615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Scripts</a:t>
            </a:r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F1415958-6980-B0B9-7403-8F1FABA043FB}"/>
              </a:ext>
            </a:extLst>
          </p:cNvPr>
          <p:cNvCxnSpPr>
            <a:cxnSpLocks/>
          </p:cNvCxnSpPr>
          <p:nvPr/>
        </p:nvCxnSpPr>
        <p:spPr>
          <a:xfrm flipV="1">
            <a:off x="5261281" y="638108"/>
            <a:ext cx="0" cy="222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hteck 19">
            <a:extLst>
              <a:ext uri="{FF2B5EF4-FFF2-40B4-BE49-F238E27FC236}">
                <a16:creationId xmlns:a16="http://schemas.microsoft.com/office/drawing/2014/main" id="{686603EE-63ED-3DC7-9BE3-87E2D953E125}"/>
              </a:ext>
            </a:extLst>
          </p:cNvPr>
          <p:cNvSpPr/>
          <p:nvPr/>
        </p:nvSpPr>
        <p:spPr>
          <a:xfrm>
            <a:off x="5016892" y="847162"/>
            <a:ext cx="464944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Php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A1510595-3FF8-EA06-4EAF-BB74DAF9B4FB}"/>
              </a:ext>
            </a:extLst>
          </p:cNvPr>
          <p:cNvCxnSpPr>
            <a:cxnSpLocks/>
          </p:cNvCxnSpPr>
          <p:nvPr/>
        </p:nvCxnSpPr>
        <p:spPr>
          <a:xfrm flipV="1">
            <a:off x="4756768" y="638108"/>
            <a:ext cx="0" cy="2120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hteck 21">
            <a:extLst>
              <a:ext uri="{FF2B5EF4-FFF2-40B4-BE49-F238E27FC236}">
                <a16:creationId xmlns:a16="http://schemas.microsoft.com/office/drawing/2014/main" id="{85157C3D-DD83-DBE6-D3EF-45992DDB442A}"/>
              </a:ext>
            </a:extLst>
          </p:cNvPr>
          <p:cNvSpPr/>
          <p:nvPr/>
        </p:nvSpPr>
        <p:spPr>
          <a:xfrm>
            <a:off x="4512379" y="837080"/>
            <a:ext cx="464944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Libs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B1924CA7-98B6-5B26-C9A7-D607152DEA12}"/>
              </a:ext>
            </a:extLst>
          </p:cNvPr>
          <p:cNvSpPr txBox="1"/>
          <p:nvPr/>
        </p:nvSpPr>
        <p:spPr>
          <a:xfrm>
            <a:off x="943346" y="1882303"/>
            <a:ext cx="19009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>
                <a:latin typeface="Aptos Narrow" panose="020B0004020202020204" pitchFamily="34" charset="0"/>
              </a:rPr>
              <a:t>Create  </a:t>
            </a:r>
            <a:r>
              <a:rPr lang="de-CH" sz="1100" b="1" dirty="0" err="1">
                <a:latin typeface="Aptos Narrow" panose="020B0004020202020204" pitchFamily="34" charset="0"/>
              </a:rPr>
              <a:t>event</a:t>
            </a:r>
            <a:r>
              <a:rPr lang="de-CH" sz="1100" b="1" dirty="0">
                <a:latin typeface="Aptos Narrow" panose="020B0004020202020204" pitchFamily="34" charset="0"/>
              </a:rPr>
              <a:t>  </a:t>
            </a:r>
            <a:r>
              <a:rPr lang="de-CH" sz="1100" b="1" dirty="0" err="1">
                <a:latin typeface="Aptos Narrow" panose="020B0004020202020204" pitchFamily="34" charset="0"/>
              </a:rPr>
              <a:t>program</a:t>
            </a:r>
            <a:r>
              <a:rPr lang="de-CH" sz="1100" b="1" dirty="0">
                <a:latin typeface="Aptos Narrow" panose="020B0004020202020204" pitchFamily="34" charset="0"/>
              </a:rPr>
              <a:t> XML Generate  </a:t>
            </a:r>
            <a:r>
              <a:rPr lang="de-CH" sz="1100" b="1" dirty="0" err="1">
                <a:latin typeface="Aptos Narrow" panose="020B0004020202020204" pitchFamily="34" charset="0"/>
              </a:rPr>
              <a:t>concert</a:t>
            </a:r>
            <a:r>
              <a:rPr lang="de-CH" sz="1100" b="1" dirty="0">
                <a:latin typeface="Aptos Narrow" panose="020B0004020202020204" pitchFamily="34" charset="0"/>
              </a:rPr>
              <a:t> XML </a:t>
            </a:r>
            <a:r>
              <a:rPr lang="de-CH" sz="1100" b="1" dirty="0" err="1">
                <a:latin typeface="Aptos Narrow" panose="020B0004020202020204" pitchFamily="34" charset="0"/>
              </a:rPr>
              <a:t>files</a:t>
            </a:r>
            <a:endParaRPr lang="de-CH" b="1" dirty="0">
              <a:latin typeface="Aptos Narrow" panose="020B0004020202020204" pitchFamily="34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D408B8A8-B6AD-499C-A1A8-573AE0E2DB97}"/>
              </a:ext>
            </a:extLst>
          </p:cNvPr>
          <p:cNvSpPr/>
          <p:nvPr/>
        </p:nvSpPr>
        <p:spPr>
          <a:xfrm>
            <a:off x="3531861" y="1609162"/>
            <a:ext cx="1602114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Spagi_76_Chairs_V_3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0D62D5B-AF25-9B0B-50F1-9008290B37FA}"/>
              </a:ext>
            </a:extLst>
          </p:cNvPr>
          <p:cNvSpPr/>
          <p:nvPr/>
        </p:nvSpPr>
        <p:spPr>
          <a:xfrm>
            <a:off x="3850976" y="2063746"/>
            <a:ext cx="891591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SaisonXML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19D32D8B-A66B-20F1-A858-317E002CC6DE}"/>
              </a:ext>
            </a:extLst>
          </p:cNvPr>
          <p:cNvSpPr txBox="1"/>
          <p:nvPr/>
        </p:nvSpPr>
        <p:spPr>
          <a:xfrm>
            <a:off x="3355285" y="2371162"/>
            <a:ext cx="19059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100" b="1" dirty="0">
                <a:latin typeface="Aptos Narrow" panose="020B0004020202020204" pitchFamily="34" charset="0"/>
              </a:rPr>
              <a:t>Event </a:t>
            </a:r>
            <a:r>
              <a:rPr lang="de-CH" sz="1100" b="1" dirty="0" err="1">
                <a:latin typeface="Aptos Narrow" panose="020B0004020202020204" pitchFamily="34" charset="0"/>
              </a:rPr>
              <a:t>program</a:t>
            </a:r>
            <a:r>
              <a:rPr lang="de-CH" sz="1100" b="1" dirty="0">
                <a:latin typeface="Aptos Narrow" panose="020B0004020202020204" pitchFamily="34" charset="0"/>
              </a:rPr>
              <a:t> XML </a:t>
            </a:r>
            <a:r>
              <a:rPr lang="de-CH" sz="1100" b="1" dirty="0" err="1">
                <a:latin typeface="Aptos Narrow" panose="020B0004020202020204" pitchFamily="34" charset="0"/>
              </a:rPr>
              <a:t>file</a:t>
            </a:r>
            <a:endParaRPr lang="de-CH" sz="1100" b="1" dirty="0">
              <a:latin typeface="Aptos Narrow" panose="020B0004020202020204" pitchFamily="34" charset="0"/>
            </a:endParaRPr>
          </a:p>
          <a:p>
            <a:pPr algn="ctr"/>
            <a:r>
              <a:rPr lang="de-CH" sz="1100" b="1" dirty="0">
                <a:latin typeface="Aptos Narrow" panose="020B0004020202020204" pitchFamily="34" charset="0"/>
              </a:rPr>
              <a:t>Event </a:t>
            </a:r>
            <a:r>
              <a:rPr lang="de-CH" sz="1100" b="1" dirty="0" err="1">
                <a:latin typeface="Aptos Narrow" panose="020B0004020202020204" pitchFamily="34" charset="0"/>
              </a:rPr>
              <a:t>reservation</a:t>
            </a:r>
            <a:r>
              <a:rPr lang="de-CH" sz="1100" b="1" dirty="0">
                <a:latin typeface="Aptos Narrow" panose="020B0004020202020204" pitchFamily="34" charset="0"/>
              </a:rPr>
              <a:t> XML </a:t>
            </a:r>
            <a:r>
              <a:rPr lang="de-CH" sz="1100" b="1" dirty="0" err="1">
                <a:latin typeface="Aptos Narrow" panose="020B0004020202020204" pitchFamily="34" charset="0"/>
              </a:rPr>
              <a:t>files</a:t>
            </a:r>
            <a:endParaRPr lang="de-CH" sz="1100" b="1" dirty="0">
              <a:latin typeface="Aptos Narrow" panose="020B0004020202020204" pitchFamily="34" charset="0"/>
            </a:endParaRPr>
          </a:p>
        </p:txBody>
      </p: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F0561AA5-955A-1D7C-E08B-A89A3F97DDCD}"/>
              </a:ext>
            </a:extLst>
          </p:cNvPr>
          <p:cNvCxnSpPr>
            <a:cxnSpLocks/>
            <a:endCxn id="47" idx="2"/>
          </p:cNvCxnSpPr>
          <p:nvPr/>
        </p:nvCxnSpPr>
        <p:spPr>
          <a:xfrm flipH="1" flipV="1">
            <a:off x="3900217" y="3740982"/>
            <a:ext cx="1251" cy="1946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43C2DE4A-84E3-A53E-DCE4-0AB299D9ADBF}"/>
              </a:ext>
            </a:extLst>
          </p:cNvPr>
          <p:cNvCxnSpPr>
            <a:cxnSpLocks/>
          </p:cNvCxnSpPr>
          <p:nvPr/>
        </p:nvCxnSpPr>
        <p:spPr>
          <a:xfrm>
            <a:off x="2056863" y="3928493"/>
            <a:ext cx="3946056" cy="71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hteck 46">
            <a:extLst>
              <a:ext uri="{FF2B5EF4-FFF2-40B4-BE49-F238E27FC236}">
                <a16:creationId xmlns:a16="http://schemas.microsoft.com/office/drawing/2014/main" id="{050FB368-07BC-DB05-1FC7-0E3EBEE55006}"/>
              </a:ext>
            </a:extLst>
          </p:cNvPr>
          <p:cNvSpPr/>
          <p:nvPr/>
        </p:nvSpPr>
        <p:spPr>
          <a:xfrm>
            <a:off x="3038905" y="3436690"/>
            <a:ext cx="1722623" cy="30429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 </a:t>
            </a:r>
          </a:p>
        </p:txBody>
      </p: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696BD3A3-8D3F-3D88-4187-FDF1BB3CD93A}"/>
              </a:ext>
            </a:extLst>
          </p:cNvPr>
          <p:cNvCxnSpPr>
            <a:cxnSpLocks/>
          </p:cNvCxnSpPr>
          <p:nvPr/>
        </p:nvCxnSpPr>
        <p:spPr>
          <a:xfrm flipV="1">
            <a:off x="2485163" y="3928493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B7A1C652-E638-744C-8A05-9F38F38032B5}"/>
              </a:ext>
            </a:extLst>
          </p:cNvPr>
          <p:cNvCxnSpPr>
            <a:cxnSpLocks/>
          </p:cNvCxnSpPr>
          <p:nvPr/>
        </p:nvCxnSpPr>
        <p:spPr>
          <a:xfrm flipV="1">
            <a:off x="3820879" y="3935631"/>
            <a:ext cx="0" cy="204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82897F1F-1C47-F3E4-CBE0-2BA24083BAC2}"/>
              </a:ext>
            </a:extLst>
          </p:cNvPr>
          <p:cNvCxnSpPr>
            <a:cxnSpLocks/>
          </p:cNvCxnSpPr>
          <p:nvPr/>
        </p:nvCxnSpPr>
        <p:spPr>
          <a:xfrm flipV="1">
            <a:off x="6002919" y="3928554"/>
            <a:ext cx="0" cy="2019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05AFF8F7-8DA7-3B65-E48E-E60EA01872CD}"/>
              </a:ext>
            </a:extLst>
          </p:cNvPr>
          <p:cNvCxnSpPr>
            <a:cxnSpLocks/>
          </p:cNvCxnSpPr>
          <p:nvPr/>
        </p:nvCxnSpPr>
        <p:spPr>
          <a:xfrm flipV="1">
            <a:off x="3142844" y="3937976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47E1FFF3-0A6C-0D94-28BC-A29D185830E4}"/>
              </a:ext>
            </a:extLst>
          </p:cNvPr>
          <p:cNvCxnSpPr>
            <a:cxnSpLocks/>
          </p:cNvCxnSpPr>
          <p:nvPr/>
        </p:nvCxnSpPr>
        <p:spPr>
          <a:xfrm flipV="1">
            <a:off x="4761528" y="3928493"/>
            <a:ext cx="0" cy="2120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D1AD23C6-B1E0-0611-A4B0-98534FF966FF}"/>
              </a:ext>
            </a:extLst>
          </p:cNvPr>
          <p:cNvCxnSpPr>
            <a:cxnSpLocks/>
            <a:stCxn id="55" idx="0"/>
          </p:cNvCxnSpPr>
          <p:nvPr/>
        </p:nvCxnSpPr>
        <p:spPr>
          <a:xfrm flipV="1">
            <a:off x="4271631" y="3928807"/>
            <a:ext cx="36146" cy="1418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hteck 53">
            <a:extLst>
              <a:ext uri="{FF2B5EF4-FFF2-40B4-BE49-F238E27FC236}">
                <a16:creationId xmlns:a16="http://schemas.microsoft.com/office/drawing/2014/main" id="{11B9CD02-F7AE-D875-9CE6-3A3A9D4D343C}"/>
              </a:ext>
            </a:extLst>
          </p:cNvPr>
          <p:cNvSpPr/>
          <p:nvPr/>
        </p:nvSpPr>
        <p:spPr>
          <a:xfrm>
            <a:off x="3506720" y="4892723"/>
            <a:ext cx="1602114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Spagi_76_Chairs_V_3</a:t>
            </a: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6CEB5B22-BE5B-BB58-4A9E-9D506CA027C7}"/>
              </a:ext>
            </a:extLst>
          </p:cNvPr>
          <p:cNvSpPr/>
          <p:nvPr/>
        </p:nvSpPr>
        <p:spPr>
          <a:xfrm>
            <a:off x="3825835" y="5347307"/>
            <a:ext cx="891591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SaisonXML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632B2983-8C58-591B-707F-0669270D774C}"/>
              </a:ext>
            </a:extLst>
          </p:cNvPr>
          <p:cNvSpPr txBox="1"/>
          <p:nvPr/>
        </p:nvSpPr>
        <p:spPr>
          <a:xfrm>
            <a:off x="3330144" y="5654723"/>
            <a:ext cx="19059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100" b="1" dirty="0">
                <a:latin typeface="Aptos Narrow" panose="020B0004020202020204" pitchFamily="34" charset="0"/>
              </a:rPr>
              <a:t>Event </a:t>
            </a:r>
            <a:r>
              <a:rPr lang="de-CH" sz="1100" b="1" dirty="0" err="1">
                <a:latin typeface="Aptos Narrow" panose="020B0004020202020204" pitchFamily="34" charset="0"/>
              </a:rPr>
              <a:t>program</a:t>
            </a:r>
            <a:r>
              <a:rPr lang="de-CH" sz="1100" b="1" dirty="0">
                <a:latin typeface="Aptos Narrow" panose="020B0004020202020204" pitchFamily="34" charset="0"/>
              </a:rPr>
              <a:t> XML </a:t>
            </a:r>
            <a:r>
              <a:rPr lang="de-CH" sz="1100" b="1" dirty="0" err="1">
                <a:latin typeface="Aptos Narrow" panose="020B0004020202020204" pitchFamily="34" charset="0"/>
              </a:rPr>
              <a:t>file</a:t>
            </a:r>
            <a:endParaRPr lang="de-CH" sz="1100" b="1" dirty="0">
              <a:latin typeface="Aptos Narrow" panose="020B0004020202020204" pitchFamily="34" charset="0"/>
            </a:endParaRPr>
          </a:p>
          <a:p>
            <a:pPr algn="ctr"/>
            <a:r>
              <a:rPr lang="de-CH" sz="1100" b="1" dirty="0">
                <a:latin typeface="Aptos Narrow" panose="020B0004020202020204" pitchFamily="34" charset="0"/>
              </a:rPr>
              <a:t>Event </a:t>
            </a:r>
            <a:r>
              <a:rPr lang="de-CH" sz="1100" b="1" dirty="0" err="1">
                <a:latin typeface="Aptos Narrow" panose="020B0004020202020204" pitchFamily="34" charset="0"/>
              </a:rPr>
              <a:t>reservation</a:t>
            </a:r>
            <a:r>
              <a:rPr lang="de-CH" sz="1100" b="1" dirty="0">
                <a:latin typeface="Aptos Narrow" panose="020B0004020202020204" pitchFamily="34" charset="0"/>
              </a:rPr>
              <a:t> XML </a:t>
            </a:r>
            <a:r>
              <a:rPr lang="de-CH" sz="1100" b="1" dirty="0" err="1">
                <a:latin typeface="Aptos Narrow" panose="020B0004020202020204" pitchFamily="34" charset="0"/>
              </a:rPr>
              <a:t>files</a:t>
            </a:r>
            <a:endParaRPr lang="de-CH" sz="1100" b="1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935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59B46FE5-9291-443A-8F64-41C8AB55C886}"/>
              </a:ext>
            </a:extLst>
          </p:cNvPr>
          <p:cNvCxnSpPr>
            <a:cxnSpLocks/>
            <a:stCxn id="39" idx="0"/>
          </p:cNvCxnSpPr>
          <p:nvPr/>
        </p:nvCxnSpPr>
        <p:spPr>
          <a:xfrm flipV="1">
            <a:off x="2860933" y="1847129"/>
            <a:ext cx="8998" cy="9195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8CCEDFE9-B62F-84CB-E04E-735E94E052AD}"/>
              </a:ext>
            </a:extLst>
          </p:cNvPr>
          <p:cNvCxnSpPr>
            <a:cxnSpLocks/>
            <a:endCxn id="25" idx="2"/>
          </p:cNvCxnSpPr>
          <p:nvPr/>
        </p:nvCxnSpPr>
        <p:spPr>
          <a:xfrm flipH="1" flipV="1">
            <a:off x="2686655" y="1652480"/>
            <a:ext cx="1251" cy="1946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hteck 24">
            <a:extLst>
              <a:ext uri="{FF2B5EF4-FFF2-40B4-BE49-F238E27FC236}">
                <a16:creationId xmlns:a16="http://schemas.microsoft.com/office/drawing/2014/main" id="{04668978-EE6B-9681-E232-3DB19417B27F}"/>
              </a:ext>
            </a:extLst>
          </p:cNvPr>
          <p:cNvSpPr/>
          <p:nvPr/>
        </p:nvSpPr>
        <p:spPr>
          <a:xfrm>
            <a:off x="1825343" y="1348188"/>
            <a:ext cx="1722623" cy="30429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ReservationLayout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6278F7FC-86B1-5253-C4F1-F56DB609A310}"/>
              </a:ext>
            </a:extLst>
          </p:cNvPr>
          <p:cNvCxnSpPr>
            <a:cxnSpLocks/>
          </p:cNvCxnSpPr>
          <p:nvPr/>
        </p:nvCxnSpPr>
        <p:spPr>
          <a:xfrm flipV="1">
            <a:off x="2170895" y="1847129"/>
            <a:ext cx="0" cy="204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E4E918D2-4A44-C120-ED15-997B4C3A73EB}"/>
              </a:ext>
            </a:extLst>
          </p:cNvPr>
          <p:cNvCxnSpPr>
            <a:cxnSpLocks/>
          </p:cNvCxnSpPr>
          <p:nvPr/>
        </p:nvCxnSpPr>
        <p:spPr>
          <a:xfrm flipV="1">
            <a:off x="2492959" y="1840052"/>
            <a:ext cx="0" cy="2019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BFFBFFCA-9FEF-D2A9-C489-F92E31E658B5}"/>
              </a:ext>
            </a:extLst>
          </p:cNvPr>
          <p:cNvCxnSpPr>
            <a:cxnSpLocks/>
          </p:cNvCxnSpPr>
          <p:nvPr/>
        </p:nvCxnSpPr>
        <p:spPr>
          <a:xfrm flipV="1">
            <a:off x="1483024" y="1849474"/>
            <a:ext cx="9836" cy="462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C87B2A5E-537F-3BA5-47C0-BE46BBD1B216}"/>
              </a:ext>
            </a:extLst>
          </p:cNvPr>
          <p:cNvCxnSpPr>
            <a:cxnSpLocks/>
          </p:cNvCxnSpPr>
          <p:nvPr/>
        </p:nvCxnSpPr>
        <p:spPr>
          <a:xfrm flipV="1">
            <a:off x="1776865" y="1839991"/>
            <a:ext cx="0" cy="222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52151336-96BC-50AF-3F1B-9E837982215F}"/>
              </a:ext>
            </a:extLst>
          </p:cNvPr>
          <p:cNvCxnSpPr>
            <a:cxnSpLocks/>
          </p:cNvCxnSpPr>
          <p:nvPr/>
        </p:nvCxnSpPr>
        <p:spPr>
          <a:xfrm flipV="1">
            <a:off x="3111544" y="1839991"/>
            <a:ext cx="0" cy="2120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8632B80F-B094-34C4-8C71-A71AA322A512}"/>
              </a:ext>
            </a:extLst>
          </p:cNvPr>
          <p:cNvCxnSpPr>
            <a:cxnSpLocks/>
          </p:cNvCxnSpPr>
          <p:nvPr/>
        </p:nvCxnSpPr>
        <p:spPr>
          <a:xfrm>
            <a:off x="1299651" y="1833923"/>
            <a:ext cx="1905996" cy="132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hteck 37">
            <a:extLst>
              <a:ext uri="{FF2B5EF4-FFF2-40B4-BE49-F238E27FC236}">
                <a16:creationId xmlns:a16="http://schemas.microsoft.com/office/drawing/2014/main" id="{DF0C075D-3195-6251-DB83-4377DB497D62}"/>
              </a:ext>
            </a:extLst>
          </p:cNvPr>
          <p:cNvSpPr/>
          <p:nvPr/>
        </p:nvSpPr>
        <p:spPr>
          <a:xfrm>
            <a:off x="2170894" y="2312104"/>
            <a:ext cx="1518243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Spagi_76_Chairs_V_3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718DA822-6904-27DC-9475-FCE9E6949D5E}"/>
              </a:ext>
            </a:extLst>
          </p:cNvPr>
          <p:cNvSpPr/>
          <p:nvPr/>
        </p:nvSpPr>
        <p:spPr>
          <a:xfrm>
            <a:off x="2415137" y="2766688"/>
            <a:ext cx="891591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SaisonXML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9D427FD9-8750-DD28-A2DC-10FA5A7C9536}"/>
              </a:ext>
            </a:extLst>
          </p:cNvPr>
          <p:cNvSpPr txBox="1"/>
          <p:nvPr/>
        </p:nvSpPr>
        <p:spPr>
          <a:xfrm>
            <a:off x="2170894" y="3074104"/>
            <a:ext cx="13770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800" b="1" dirty="0">
                <a:latin typeface="Aptos Narrow" panose="020B0004020202020204" pitchFamily="34" charset="0"/>
              </a:rPr>
              <a:t>Event </a:t>
            </a:r>
            <a:r>
              <a:rPr lang="de-CH" sz="800" b="1" dirty="0" err="1">
                <a:latin typeface="Aptos Narrow" panose="020B0004020202020204" pitchFamily="34" charset="0"/>
              </a:rPr>
              <a:t>program</a:t>
            </a:r>
            <a:r>
              <a:rPr lang="de-CH" sz="800" b="1" dirty="0">
                <a:latin typeface="Aptos Narrow" panose="020B0004020202020204" pitchFamily="34" charset="0"/>
              </a:rPr>
              <a:t> XML </a:t>
            </a:r>
            <a:r>
              <a:rPr lang="de-CH" sz="800" b="1" dirty="0" err="1">
                <a:latin typeface="Aptos Narrow" panose="020B0004020202020204" pitchFamily="34" charset="0"/>
              </a:rPr>
              <a:t>file</a:t>
            </a:r>
            <a:endParaRPr lang="de-CH" sz="800" b="1" dirty="0">
              <a:latin typeface="Aptos Narrow" panose="020B0004020202020204" pitchFamily="34" charset="0"/>
            </a:endParaRPr>
          </a:p>
          <a:p>
            <a:pPr algn="ctr"/>
            <a:r>
              <a:rPr lang="de-CH" sz="800" b="1" dirty="0">
                <a:latin typeface="Aptos Narrow" panose="020B0004020202020204" pitchFamily="34" charset="0"/>
              </a:rPr>
              <a:t>Event </a:t>
            </a:r>
            <a:r>
              <a:rPr lang="de-CH" sz="800" b="1" dirty="0" err="1">
                <a:latin typeface="Aptos Narrow" panose="020B0004020202020204" pitchFamily="34" charset="0"/>
              </a:rPr>
              <a:t>reservation</a:t>
            </a:r>
            <a:r>
              <a:rPr lang="de-CH" sz="800" b="1" dirty="0">
                <a:latin typeface="Aptos Narrow" panose="020B0004020202020204" pitchFamily="34" charset="0"/>
              </a:rPr>
              <a:t> XML </a:t>
            </a:r>
            <a:r>
              <a:rPr lang="de-CH" sz="800" b="1" dirty="0" err="1">
                <a:latin typeface="Aptos Narrow" panose="020B0004020202020204" pitchFamily="34" charset="0"/>
              </a:rPr>
              <a:t>files</a:t>
            </a:r>
            <a:endParaRPr lang="de-CH" sz="800" b="1" dirty="0">
              <a:latin typeface="Aptos Narrow" panose="020B0004020202020204" pitchFamily="34" charset="0"/>
            </a:endParaRPr>
          </a:p>
        </p:txBody>
      </p:sp>
      <p:sp>
        <p:nvSpPr>
          <p:cNvPr id="2" name="Flussdiagramm: Karte 1">
            <a:extLst>
              <a:ext uri="{FF2B5EF4-FFF2-40B4-BE49-F238E27FC236}">
                <a16:creationId xmlns:a16="http://schemas.microsoft.com/office/drawing/2014/main" id="{98E69E8C-8896-30DD-5FA9-D986138C67CB}"/>
              </a:ext>
            </a:extLst>
          </p:cNvPr>
          <p:cNvSpPr/>
          <p:nvPr/>
        </p:nvSpPr>
        <p:spPr>
          <a:xfrm>
            <a:off x="511492" y="2312103"/>
            <a:ext cx="1626355" cy="261607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ReservationNewSeason.htm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CCF9BA28-2FBF-8BE3-D4DF-C8F5B0BF6E3C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6361058" y="1852450"/>
            <a:ext cx="8998" cy="9195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299A0DFD-FDC9-7A18-3535-BBFD2C63E630}"/>
              </a:ext>
            </a:extLst>
          </p:cNvPr>
          <p:cNvCxnSpPr>
            <a:cxnSpLocks/>
            <a:endCxn id="9" idx="2"/>
          </p:cNvCxnSpPr>
          <p:nvPr/>
        </p:nvCxnSpPr>
        <p:spPr>
          <a:xfrm flipH="1" flipV="1">
            <a:off x="5597880" y="1652480"/>
            <a:ext cx="1251" cy="1946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hteck 8">
            <a:extLst>
              <a:ext uri="{FF2B5EF4-FFF2-40B4-BE49-F238E27FC236}">
                <a16:creationId xmlns:a16="http://schemas.microsoft.com/office/drawing/2014/main" id="{ED27DE18-9C8E-56A9-3940-EA8B9F98103F}"/>
              </a:ext>
            </a:extLst>
          </p:cNvPr>
          <p:cNvSpPr/>
          <p:nvPr/>
        </p:nvSpPr>
        <p:spPr>
          <a:xfrm>
            <a:off x="4736568" y="1348188"/>
            <a:ext cx="1722623" cy="30429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 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2454CF53-BAA4-DA87-A6D4-C8F11109AD2D}"/>
              </a:ext>
            </a:extLst>
          </p:cNvPr>
          <p:cNvCxnSpPr>
            <a:cxnSpLocks/>
          </p:cNvCxnSpPr>
          <p:nvPr/>
        </p:nvCxnSpPr>
        <p:spPr>
          <a:xfrm flipV="1">
            <a:off x="5082120" y="1847129"/>
            <a:ext cx="0" cy="204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08E88C15-D002-28BE-966D-47CF76A796FB}"/>
              </a:ext>
            </a:extLst>
          </p:cNvPr>
          <p:cNvCxnSpPr>
            <a:cxnSpLocks/>
          </p:cNvCxnSpPr>
          <p:nvPr/>
        </p:nvCxnSpPr>
        <p:spPr>
          <a:xfrm flipV="1">
            <a:off x="5404184" y="1840052"/>
            <a:ext cx="0" cy="2019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07267691-D0DD-A71D-D33C-D89235D9CCC0}"/>
              </a:ext>
            </a:extLst>
          </p:cNvPr>
          <p:cNvCxnSpPr>
            <a:cxnSpLocks/>
          </p:cNvCxnSpPr>
          <p:nvPr/>
        </p:nvCxnSpPr>
        <p:spPr>
          <a:xfrm flipV="1">
            <a:off x="6022769" y="1839991"/>
            <a:ext cx="0" cy="2120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1ABB3409-BECE-7A5A-C0A4-14E2EDC2F5E2}"/>
              </a:ext>
            </a:extLst>
          </p:cNvPr>
          <p:cNvCxnSpPr>
            <a:cxnSpLocks/>
          </p:cNvCxnSpPr>
          <p:nvPr/>
        </p:nvCxnSpPr>
        <p:spPr>
          <a:xfrm flipV="1">
            <a:off x="4210876" y="1815199"/>
            <a:ext cx="2159180" cy="187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hteck 15">
            <a:extLst>
              <a:ext uri="{FF2B5EF4-FFF2-40B4-BE49-F238E27FC236}">
                <a16:creationId xmlns:a16="http://schemas.microsoft.com/office/drawing/2014/main" id="{0B129754-70ED-5137-4726-388A64D39DC9}"/>
              </a:ext>
            </a:extLst>
          </p:cNvPr>
          <p:cNvSpPr/>
          <p:nvPr/>
        </p:nvSpPr>
        <p:spPr>
          <a:xfrm>
            <a:off x="5671019" y="2317425"/>
            <a:ext cx="1518243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Spagi_76_Chairs_V_3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C5F603C-15F0-3278-0B83-3EF77065FED4}"/>
              </a:ext>
            </a:extLst>
          </p:cNvPr>
          <p:cNvSpPr/>
          <p:nvPr/>
        </p:nvSpPr>
        <p:spPr>
          <a:xfrm>
            <a:off x="5915262" y="2772009"/>
            <a:ext cx="891591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SaisonXML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458A0976-F21A-9420-58B7-FF714F92411B}"/>
              </a:ext>
            </a:extLst>
          </p:cNvPr>
          <p:cNvCxnSpPr>
            <a:cxnSpLocks/>
            <a:stCxn id="23" idx="0"/>
          </p:cNvCxnSpPr>
          <p:nvPr/>
        </p:nvCxnSpPr>
        <p:spPr>
          <a:xfrm flipV="1">
            <a:off x="4739529" y="1851828"/>
            <a:ext cx="8998" cy="9195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hteck 21">
            <a:extLst>
              <a:ext uri="{FF2B5EF4-FFF2-40B4-BE49-F238E27FC236}">
                <a16:creationId xmlns:a16="http://schemas.microsoft.com/office/drawing/2014/main" id="{B64F936B-F265-124D-E36A-AD449DE9D460}"/>
              </a:ext>
            </a:extLst>
          </p:cNvPr>
          <p:cNvSpPr/>
          <p:nvPr/>
        </p:nvSpPr>
        <p:spPr>
          <a:xfrm>
            <a:off x="4049490" y="2316803"/>
            <a:ext cx="1518243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Spagi_76_Chairs_V_2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C510D3B2-C844-BD2D-5BD8-4B5E6FFDA73C}"/>
              </a:ext>
            </a:extLst>
          </p:cNvPr>
          <p:cNvSpPr/>
          <p:nvPr/>
        </p:nvSpPr>
        <p:spPr>
          <a:xfrm>
            <a:off x="4293733" y="2771387"/>
            <a:ext cx="891591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SaisonXML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A6B92027-278A-F5C9-199B-7FDDDBB984B6}"/>
              </a:ext>
            </a:extLst>
          </p:cNvPr>
          <p:cNvSpPr txBox="1"/>
          <p:nvPr/>
        </p:nvSpPr>
        <p:spPr>
          <a:xfrm>
            <a:off x="4055492" y="3036169"/>
            <a:ext cx="13770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800" b="1" dirty="0">
                <a:latin typeface="Aptos Narrow" panose="020B0004020202020204" pitchFamily="34" charset="0"/>
              </a:rPr>
              <a:t>Event </a:t>
            </a:r>
            <a:r>
              <a:rPr lang="de-CH" sz="800" b="1" dirty="0" err="1">
                <a:latin typeface="Aptos Narrow" panose="020B0004020202020204" pitchFamily="34" charset="0"/>
              </a:rPr>
              <a:t>program</a:t>
            </a:r>
            <a:r>
              <a:rPr lang="de-CH" sz="800" b="1" dirty="0">
                <a:latin typeface="Aptos Narrow" panose="020B0004020202020204" pitchFamily="34" charset="0"/>
              </a:rPr>
              <a:t> XML </a:t>
            </a:r>
            <a:r>
              <a:rPr lang="de-CH" sz="800" b="1" dirty="0" err="1">
                <a:latin typeface="Aptos Narrow" panose="020B0004020202020204" pitchFamily="34" charset="0"/>
              </a:rPr>
              <a:t>file</a:t>
            </a:r>
            <a:endParaRPr lang="de-CH" sz="800" b="1" dirty="0">
              <a:latin typeface="Aptos Narrow" panose="020B0004020202020204" pitchFamily="34" charset="0"/>
            </a:endParaRPr>
          </a:p>
          <a:p>
            <a:pPr algn="ctr"/>
            <a:r>
              <a:rPr lang="de-CH" sz="800" b="1" dirty="0">
                <a:latin typeface="Aptos Narrow" panose="020B0004020202020204" pitchFamily="34" charset="0"/>
              </a:rPr>
              <a:t>Event </a:t>
            </a:r>
            <a:r>
              <a:rPr lang="de-CH" sz="800" b="1" dirty="0" err="1">
                <a:latin typeface="Aptos Narrow" panose="020B0004020202020204" pitchFamily="34" charset="0"/>
              </a:rPr>
              <a:t>reservation</a:t>
            </a:r>
            <a:r>
              <a:rPr lang="de-CH" sz="800" b="1" dirty="0">
                <a:latin typeface="Aptos Narrow" panose="020B0004020202020204" pitchFamily="34" charset="0"/>
              </a:rPr>
              <a:t> XML </a:t>
            </a:r>
            <a:r>
              <a:rPr lang="de-CH" sz="800" b="1" dirty="0" err="1">
                <a:latin typeface="Aptos Narrow" panose="020B0004020202020204" pitchFamily="34" charset="0"/>
              </a:rPr>
              <a:t>files</a:t>
            </a:r>
            <a:endParaRPr lang="de-CH" sz="800" b="1" dirty="0">
              <a:latin typeface="Aptos Narrow" panose="020B0004020202020204" pitchFamily="34" charset="0"/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1C3DA5EE-F4AB-6B84-B7A1-A9855E39AE19}"/>
              </a:ext>
            </a:extLst>
          </p:cNvPr>
          <p:cNvSpPr txBox="1"/>
          <p:nvPr/>
        </p:nvSpPr>
        <p:spPr>
          <a:xfrm>
            <a:off x="5646285" y="3074104"/>
            <a:ext cx="13770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800" b="1" dirty="0">
                <a:latin typeface="Aptos Narrow" panose="020B0004020202020204" pitchFamily="34" charset="0"/>
              </a:rPr>
              <a:t>Event </a:t>
            </a:r>
            <a:r>
              <a:rPr lang="de-CH" sz="800" b="1" dirty="0" err="1">
                <a:latin typeface="Aptos Narrow" panose="020B0004020202020204" pitchFamily="34" charset="0"/>
              </a:rPr>
              <a:t>program</a:t>
            </a:r>
            <a:r>
              <a:rPr lang="de-CH" sz="800" b="1" dirty="0">
                <a:latin typeface="Aptos Narrow" panose="020B0004020202020204" pitchFamily="34" charset="0"/>
              </a:rPr>
              <a:t> XML </a:t>
            </a:r>
            <a:r>
              <a:rPr lang="de-CH" sz="800" b="1" dirty="0" err="1">
                <a:latin typeface="Aptos Narrow" panose="020B0004020202020204" pitchFamily="34" charset="0"/>
              </a:rPr>
              <a:t>file</a:t>
            </a:r>
            <a:endParaRPr lang="de-CH" sz="800" b="1" dirty="0">
              <a:latin typeface="Aptos Narrow" panose="020B0004020202020204" pitchFamily="34" charset="0"/>
            </a:endParaRPr>
          </a:p>
          <a:p>
            <a:pPr algn="ctr"/>
            <a:r>
              <a:rPr lang="de-CH" sz="800" b="1" dirty="0">
                <a:latin typeface="Aptos Narrow" panose="020B0004020202020204" pitchFamily="34" charset="0"/>
              </a:rPr>
              <a:t>Event </a:t>
            </a:r>
            <a:r>
              <a:rPr lang="de-CH" sz="800" b="1" dirty="0" err="1">
                <a:latin typeface="Aptos Narrow" panose="020B0004020202020204" pitchFamily="34" charset="0"/>
              </a:rPr>
              <a:t>reservation</a:t>
            </a:r>
            <a:r>
              <a:rPr lang="de-CH" sz="800" b="1" dirty="0">
                <a:latin typeface="Aptos Narrow" panose="020B0004020202020204" pitchFamily="34" charset="0"/>
              </a:rPr>
              <a:t> XML </a:t>
            </a:r>
            <a:r>
              <a:rPr lang="de-CH" sz="800" b="1" dirty="0" err="1">
                <a:latin typeface="Aptos Narrow" panose="020B0004020202020204" pitchFamily="34" charset="0"/>
              </a:rPr>
              <a:t>files</a:t>
            </a:r>
            <a:endParaRPr lang="de-CH" sz="800" b="1" dirty="0">
              <a:latin typeface="Aptos Narrow" panose="020B0004020202020204" pitchFamily="34" charset="0"/>
            </a:endParaRPr>
          </a:p>
        </p:txBody>
      </p: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1FE9E633-ECA6-107A-6942-47E510E2E2D6}"/>
              </a:ext>
            </a:extLst>
          </p:cNvPr>
          <p:cNvCxnSpPr>
            <a:cxnSpLocks/>
          </p:cNvCxnSpPr>
          <p:nvPr/>
        </p:nvCxnSpPr>
        <p:spPr>
          <a:xfrm flipH="1" flipV="1">
            <a:off x="2686654" y="1160183"/>
            <a:ext cx="1251" cy="1946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389EF663-33B7-570B-FDD2-D4EDBFA5CD47}"/>
              </a:ext>
            </a:extLst>
          </p:cNvPr>
          <p:cNvCxnSpPr>
            <a:cxnSpLocks/>
          </p:cNvCxnSpPr>
          <p:nvPr/>
        </p:nvCxnSpPr>
        <p:spPr>
          <a:xfrm flipH="1" flipV="1">
            <a:off x="5643991" y="1148218"/>
            <a:ext cx="1251" cy="1946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0C39E2EE-D230-CFFB-9093-F8E9A2BEABB7}"/>
              </a:ext>
            </a:extLst>
          </p:cNvPr>
          <p:cNvCxnSpPr>
            <a:cxnSpLocks/>
          </p:cNvCxnSpPr>
          <p:nvPr/>
        </p:nvCxnSpPr>
        <p:spPr>
          <a:xfrm flipV="1">
            <a:off x="2686654" y="1157838"/>
            <a:ext cx="3269067" cy="31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hteck 42">
            <a:extLst>
              <a:ext uri="{FF2B5EF4-FFF2-40B4-BE49-F238E27FC236}">
                <a16:creationId xmlns:a16="http://schemas.microsoft.com/office/drawing/2014/main" id="{176D4DEA-DAB6-D202-1DE2-B8553D6A1136}"/>
              </a:ext>
            </a:extLst>
          </p:cNvPr>
          <p:cNvSpPr/>
          <p:nvPr/>
        </p:nvSpPr>
        <p:spPr>
          <a:xfrm>
            <a:off x="3883906" y="723763"/>
            <a:ext cx="891591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5624BD8E-4971-665F-DC8C-370E4DB3C1A3}"/>
              </a:ext>
            </a:extLst>
          </p:cNvPr>
          <p:cNvCxnSpPr>
            <a:cxnSpLocks/>
          </p:cNvCxnSpPr>
          <p:nvPr/>
        </p:nvCxnSpPr>
        <p:spPr>
          <a:xfrm flipH="1" flipV="1">
            <a:off x="4319311" y="994996"/>
            <a:ext cx="1251" cy="1946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5B596629-33EA-D6BB-203D-A484C4431C75}"/>
              </a:ext>
            </a:extLst>
          </p:cNvPr>
          <p:cNvCxnSpPr>
            <a:cxnSpLocks/>
            <a:stCxn id="55" idx="0"/>
          </p:cNvCxnSpPr>
          <p:nvPr/>
        </p:nvCxnSpPr>
        <p:spPr>
          <a:xfrm flipV="1">
            <a:off x="10694067" y="4566567"/>
            <a:ext cx="8998" cy="9195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DEE6F3C3-477B-8E9A-E52F-16915DA60008}"/>
              </a:ext>
            </a:extLst>
          </p:cNvPr>
          <p:cNvCxnSpPr>
            <a:cxnSpLocks/>
            <a:endCxn id="49" idx="2"/>
          </p:cNvCxnSpPr>
          <p:nvPr/>
        </p:nvCxnSpPr>
        <p:spPr>
          <a:xfrm flipH="1" flipV="1">
            <a:off x="9182741" y="4366597"/>
            <a:ext cx="1251" cy="1946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hteck 48">
            <a:extLst>
              <a:ext uri="{FF2B5EF4-FFF2-40B4-BE49-F238E27FC236}">
                <a16:creationId xmlns:a16="http://schemas.microsoft.com/office/drawing/2014/main" id="{3E4B5D6F-9406-EFA2-F7CE-3397ECA36081}"/>
              </a:ext>
            </a:extLst>
          </p:cNvPr>
          <p:cNvSpPr/>
          <p:nvPr/>
        </p:nvSpPr>
        <p:spPr>
          <a:xfrm>
            <a:off x="8321429" y="4062305"/>
            <a:ext cx="1722623" cy="30429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 </a:t>
            </a:r>
          </a:p>
        </p:txBody>
      </p: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35FD7F8D-DF0B-2241-2F75-E213154B1C89}"/>
              </a:ext>
            </a:extLst>
          </p:cNvPr>
          <p:cNvCxnSpPr>
            <a:cxnSpLocks/>
          </p:cNvCxnSpPr>
          <p:nvPr/>
        </p:nvCxnSpPr>
        <p:spPr>
          <a:xfrm flipV="1">
            <a:off x="9415129" y="4561246"/>
            <a:ext cx="0" cy="204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D4512F21-B6A6-D17E-6CF5-08FF89AE8BE5}"/>
              </a:ext>
            </a:extLst>
          </p:cNvPr>
          <p:cNvCxnSpPr>
            <a:cxnSpLocks/>
          </p:cNvCxnSpPr>
          <p:nvPr/>
        </p:nvCxnSpPr>
        <p:spPr>
          <a:xfrm flipV="1">
            <a:off x="9737193" y="4554169"/>
            <a:ext cx="0" cy="2019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EB8D1630-501B-C005-AF46-CC006AD276DE}"/>
              </a:ext>
            </a:extLst>
          </p:cNvPr>
          <p:cNvCxnSpPr>
            <a:cxnSpLocks/>
          </p:cNvCxnSpPr>
          <p:nvPr/>
        </p:nvCxnSpPr>
        <p:spPr>
          <a:xfrm flipV="1">
            <a:off x="10355778" y="4554108"/>
            <a:ext cx="0" cy="2120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398286E6-916B-9DD5-F8F4-73CCABF0F2D5}"/>
              </a:ext>
            </a:extLst>
          </p:cNvPr>
          <p:cNvCxnSpPr>
            <a:cxnSpLocks/>
          </p:cNvCxnSpPr>
          <p:nvPr/>
        </p:nvCxnSpPr>
        <p:spPr>
          <a:xfrm flipV="1">
            <a:off x="7427712" y="4529316"/>
            <a:ext cx="3275353" cy="399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hteck 53">
            <a:extLst>
              <a:ext uri="{FF2B5EF4-FFF2-40B4-BE49-F238E27FC236}">
                <a16:creationId xmlns:a16="http://schemas.microsoft.com/office/drawing/2014/main" id="{52812B93-B71F-7695-7263-9A2D771E9983}"/>
              </a:ext>
            </a:extLst>
          </p:cNvPr>
          <p:cNvSpPr/>
          <p:nvPr/>
        </p:nvSpPr>
        <p:spPr>
          <a:xfrm>
            <a:off x="10004028" y="5031542"/>
            <a:ext cx="1518243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Spagi_76_Chairs_V_3</a:t>
            </a: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152EBF0F-1958-FA6A-5CBE-036765407C9F}"/>
              </a:ext>
            </a:extLst>
          </p:cNvPr>
          <p:cNvSpPr/>
          <p:nvPr/>
        </p:nvSpPr>
        <p:spPr>
          <a:xfrm>
            <a:off x="10248271" y="5486126"/>
            <a:ext cx="891591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SaisonXML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D80DBC1E-8AB1-3125-9502-277F2411F981}"/>
              </a:ext>
            </a:extLst>
          </p:cNvPr>
          <p:cNvCxnSpPr>
            <a:cxnSpLocks/>
            <a:stCxn id="58" idx="0"/>
          </p:cNvCxnSpPr>
          <p:nvPr/>
        </p:nvCxnSpPr>
        <p:spPr>
          <a:xfrm flipV="1">
            <a:off x="9072538" y="4565945"/>
            <a:ext cx="8998" cy="9195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hteck 56">
            <a:extLst>
              <a:ext uri="{FF2B5EF4-FFF2-40B4-BE49-F238E27FC236}">
                <a16:creationId xmlns:a16="http://schemas.microsoft.com/office/drawing/2014/main" id="{E24462A6-E747-A083-C8AA-2CAB84885B1A}"/>
              </a:ext>
            </a:extLst>
          </p:cNvPr>
          <p:cNvSpPr/>
          <p:nvPr/>
        </p:nvSpPr>
        <p:spPr>
          <a:xfrm>
            <a:off x="8382499" y="5030920"/>
            <a:ext cx="1518243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Spagi_76_Chairs_V_2</a:t>
            </a: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5ED1C8FE-5F4F-0FB5-8AEE-087391806BAA}"/>
              </a:ext>
            </a:extLst>
          </p:cNvPr>
          <p:cNvSpPr/>
          <p:nvPr/>
        </p:nvSpPr>
        <p:spPr>
          <a:xfrm>
            <a:off x="8626742" y="5485504"/>
            <a:ext cx="891591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SaisonXML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CC425FE9-49AD-3BF2-7D62-A604B4F60D55}"/>
              </a:ext>
            </a:extLst>
          </p:cNvPr>
          <p:cNvSpPr txBox="1"/>
          <p:nvPr/>
        </p:nvSpPr>
        <p:spPr>
          <a:xfrm>
            <a:off x="8388501" y="5750286"/>
            <a:ext cx="13770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800" b="1" dirty="0">
                <a:latin typeface="Aptos Narrow" panose="020B0004020202020204" pitchFamily="34" charset="0"/>
              </a:rPr>
              <a:t>Event </a:t>
            </a:r>
            <a:r>
              <a:rPr lang="de-CH" sz="800" b="1" dirty="0" err="1">
                <a:latin typeface="Aptos Narrow" panose="020B0004020202020204" pitchFamily="34" charset="0"/>
              </a:rPr>
              <a:t>program</a:t>
            </a:r>
            <a:r>
              <a:rPr lang="de-CH" sz="800" b="1" dirty="0">
                <a:latin typeface="Aptos Narrow" panose="020B0004020202020204" pitchFamily="34" charset="0"/>
              </a:rPr>
              <a:t> XML </a:t>
            </a:r>
            <a:r>
              <a:rPr lang="de-CH" sz="800" b="1" dirty="0" err="1">
                <a:latin typeface="Aptos Narrow" panose="020B0004020202020204" pitchFamily="34" charset="0"/>
              </a:rPr>
              <a:t>file</a:t>
            </a:r>
            <a:endParaRPr lang="de-CH" sz="800" b="1" dirty="0">
              <a:latin typeface="Aptos Narrow" panose="020B0004020202020204" pitchFamily="34" charset="0"/>
            </a:endParaRPr>
          </a:p>
          <a:p>
            <a:pPr algn="ctr"/>
            <a:r>
              <a:rPr lang="de-CH" sz="800" b="1" dirty="0">
                <a:latin typeface="Aptos Narrow" panose="020B0004020202020204" pitchFamily="34" charset="0"/>
              </a:rPr>
              <a:t>Event </a:t>
            </a:r>
            <a:r>
              <a:rPr lang="de-CH" sz="800" b="1" dirty="0" err="1">
                <a:latin typeface="Aptos Narrow" panose="020B0004020202020204" pitchFamily="34" charset="0"/>
              </a:rPr>
              <a:t>reservation</a:t>
            </a:r>
            <a:r>
              <a:rPr lang="de-CH" sz="800" b="1" dirty="0">
                <a:latin typeface="Aptos Narrow" panose="020B0004020202020204" pitchFamily="34" charset="0"/>
              </a:rPr>
              <a:t> XML </a:t>
            </a:r>
            <a:r>
              <a:rPr lang="de-CH" sz="800" b="1" dirty="0" err="1">
                <a:latin typeface="Aptos Narrow" panose="020B0004020202020204" pitchFamily="34" charset="0"/>
              </a:rPr>
              <a:t>files</a:t>
            </a:r>
            <a:endParaRPr lang="de-CH" sz="800" b="1" dirty="0">
              <a:latin typeface="Aptos Narrow" panose="020B0004020202020204" pitchFamily="34" charset="0"/>
            </a:endParaRP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A6B29E86-5A0A-447A-36D8-DC0CE9D3353E}"/>
              </a:ext>
            </a:extLst>
          </p:cNvPr>
          <p:cNvSpPr txBox="1"/>
          <p:nvPr/>
        </p:nvSpPr>
        <p:spPr>
          <a:xfrm>
            <a:off x="9979294" y="5788221"/>
            <a:ext cx="13770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800" b="1" dirty="0">
                <a:latin typeface="Aptos Narrow" panose="020B0004020202020204" pitchFamily="34" charset="0"/>
              </a:rPr>
              <a:t>Event </a:t>
            </a:r>
            <a:r>
              <a:rPr lang="de-CH" sz="800" b="1" dirty="0" err="1">
                <a:latin typeface="Aptos Narrow" panose="020B0004020202020204" pitchFamily="34" charset="0"/>
              </a:rPr>
              <a:t>program</a:t>
            </a:r>
            <a:r>
              <a:rPr lang="de-CH" sz="800" b="1" dirty="0">
                <a:latin typeface="Aptos Narrow" panose="020B0004020202020204" pitchFamily="34" charset="0"/>
              </a:rPr>
              <a:t> XML </a:t>
            </a:r>
            <a:r>
              <a:rPr lang="de-CH" sz="800" b="1" dirty="0" err="1">
                <a:latin typeface="Aptos Narrow" panose="020B0004020202020204" pitchFamily="34" charset="0"/>
              </a:rPr>
              <a:t>file</a:t>
            </a:r>
            <a:endParaRPr lang="de-CH" sz="800" b="1" dirty="0">
              <a:latin typeface="Aptos Narrow" panose="020B0004020202020204" pitchFamily="34" charset="0"/>
            </a:endParaRPr>
          </a:p>
          <a:p>
            <a:pPr algn="ctr"/>
            <a:r>
              <a:rPr lang="de-CH" sz="800" b="1" dirty="0">
                <a:latin typeface="Aptos Narrow" panose="020B0004020202020204" pitchFamily="34" charset="0"/>
              </a:rPr>
              <a:t>Event </a:t>
            </a:r>
            <a:r>
              <a:rPr lang="de-CH" sz="800" b="1" dirty="0" err="1">
                <a:latin typeface="Aptos Narrow" panose="020B0004020202020204" pitchFamily="34" charset="0"/>
              </a:rPr>
              <a:t>reservation</a:t>
            </a:r>
            <a:r>
              <a:rPr lang="de-CH" sz="800" b="1" dirty="0">
                <a:latin typeface="Aptos Narrow" panose="020B0004020202020204" pitchFamily="34" charset="0"/>
              </a:rPr>
              <a:t> XML </a:t>
            </a:r>
            <a:r>
              <a:rPr lang="de-CH" sz="800" b="1" dirty="0" err="1">
                <a:latin typeface="Aptos Narrow" panose="020B0004020202020204" pitchFamily="34" charset="0"/>
              </a:rPr>
              <a:t>files</a:t>
            </a:r>
            <a:endParaRPr lang="de-CH" sz="800" b="1" dirty="0">
              <a:latin typeface="Aptos Narrow" panose="020B0004020202020204" pitchFamily="34" charset="0"/>
            </a:endParaRP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5597465C-FF67-C70A-6211-542DA09E295E}"/>
              </a:ext>
            </a:extLst>
          </p:cNvPr>
          <p:cNvSpPr/>
          <p:nvPr/>
        </p:nvSpPr>
        <p:spPr>
          <a:xfrm>
            <a:off x="8770185" y="3595539"/>
            <a:ext cx="891591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20908F7E-2F7B-A3E7-71F9-0D27A6DBAA21}"/>
              </a:ext>
            </a:extLst>
          </p:cNvPr>
          <p:cNvCxnSpPr>
            <a:cxnSpLocks/>
          </p:cNvCxnSpPr>
          <p:nvPr/>
        </p:nvCxnSpPr>
        <p:spPr>
          <a:xfrm flipH="1" flipV="1">
            <a:off x="9205590" y="3866772"/>
            <a:ext cx="1251" cy="1946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4CAEB2A5-AA10-4A2A-3506-BFA7791C3FED}"/>
              </a:ext>
            </a:extLst>
          </p:cNvPr>
          <p:cNvCxnSpPr>
            <a:cxnSpLocks/>
            <a:stCxn id="66" idx="0"/>
          </p:cNvCxnSpPr>
          <p:nvPr/>
        </p:nvCxnSpPr>
        <p:spPr>
          <a:xfrm flipV="1">
            <a:off x="7418714" y="4557586"/>
            <a:ext cx="8998" cy="9195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hteck 64">
            <a:extLst>
              <a:ext uri="{FF2B5EF4-FFF2-40B4-BE49-F238E27FC236}">
                <a16:creationId xmlns:a16="http://schemas.microsoft.com/office/drawing/2014/main" id="{2206522B-4527-4C90-0A3B-F79851378C70}"/>
              </a:ext>
            </a:extLst>
          </p:cNvPr>
          <p:cNvSpPr/>
          <p:nvPr/>
        </p:nvSpPr>
        <p:spPr>
          <a:xfrm>
            <a:off x="6728675" y="5022561"/>
            <a:ext cx="1518243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Spagi_76_Chairs_V_1</a:t>
            </a:r>
          </a:p>
        </p:txBody>
      </p:sp>
      <p:sp>
        <p:nvSpPr>
          <p:cNvPr id="66" name="Rechteck 65">
            <a:extLst>
              <a:ext uri="{FF2B5EF4-FFF2-40B4-BE49-F238E27FC236}">
                <a16:creationId xmlns:a16="http://schemas.microsoft.com/office/drawing/2014/main" id="{617B61BF-A603-7A6D-B4A2-DB145D8290BC}"/>
              </a:ext>
            </a:extLst>
          </p:cNvPr>
          <p:cNvSpPr/>
          <p:nvPr/>
        </p:nvSpPr>
        <p:spPr>
          <a:xfrm>
            <a:off x="6972918" y="5477145"/>
            <a:ext cx="891591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SaisonXML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0B8302D4-6CFC-EB72-0A2E-64D00C912C6C}"/>
              </a:ext>
            </a:extLst>
          </p:cNvPr>
          <p:cNvSpPr txBox="1"/>
          <p:nvPr/>
        </p:nvSpPr>
        <p:spPr>
          <a:xfrm>
            <a:off x="6734677" y="5741927"/>
            <a:ext cx="13770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800" b="1" dirty="0">
                <a:latin typeface="Aptos Narrow" panose="020B0004020202020204" pitchFamily="34" charset="0"/>
              </a:rPr>
              <a:t>Event </a:t>
            </a:r>
            <a:r>
              <a:rPr lang="de-CH" sz="800" b="1" dirty="0" err="1">
                <a:latin typeface="Aptos Narrow" panose="020B0004020202020204" pitchFamily="34" charset="0"/>
              </a:rPr>
              <a:t>program</a:t>
            </a:r>
            <a:r>
              <a:rPr lang="de-CH" sz="800" b="1" dirty="0">
                <a:latin typeface="Aptos Narrow" panose="020B0004020202020204" pitchFamily="34" charset="0"/>
              </a:rPr>
              <a:t> XML </a:t>
            </a:r>
            <a:r>
              <a:rPr lang="de-CH" sz="800" b="1" dirty="0" err="1">
                <a:latin typeface="Aptos Narrow" panose="020B0004020202020204" pitchFamily="34" charset="0"/>
              </a:rPr>
              <a:t>file</a:t>
            </a:r>
            <a:endParaRPr lang="de-CH" sz="800" b="1" dirty="0">
              <a:latin typeface="Aptos Narrow" panose="020B0004020202020204" pitchFamily="34" charset="0"/>
            </a:endParaRPr>
          </a:p>
          <a:p>
            <a:pPr algn="ctr"/>
            <a:r>
              <a:rPr lang="de-CH" sz="800" b="1" dirty="0">
                <a:latin typeface="Aptos Narrow" panose="020B0004020202020204" pitchFamily="34" charset="0"/>
              </a:rPr>
              <a:t>Event </a:t>
            </a:r>
            <a:r>
              <a:rPr lang="de-CH" sz="800" b="1" dirty="0" err="1">
                <a:latin typeface="Aptos Narrow" panose="020B0004020202020204" pitchFamily="34" charset="0"/>
              </a:rPr>
              <a:t>reservation</a:t>
            </a:r>
            <a:r>
              <a:rPr lang="de-CH" sz="800" b="1" dirty="0">
                <a:latin typeface="Aptos Narrow" panose="020B0004020202020204" pitchFamily="34" charset="0"/>
              </a:rPr>
              <a:t> XML </a:t>
            </a:r>
            <a:r>
              <a:rPr lang="de-CH" sz="800" b="1" dirty="0" err="1">
                <a:latin typeface="Aptos Narrow" panose="020B0004020202020204" pitchFamily="34" charset="0"/>
              </a:rPr>
              <a:t>files</a:t>
            </a:r>
            <a:endParaRPr lang="de-CH" sz="800" b="1" dirty="0">
              <a:latin typeface="Aptos Narrow" panose="020B0004020202020204" pitchFamily="34" charset="0"/>
            </a:endParaRPr>
          </a:p>
        </p:txBody>
      </p: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FE3F17D8-DEB5-73CC-00FC-212880BAAC14}"/>
              </a:ext>
            </a:extLst>
          </p:cNvPr>
          <p:cNvCxnSpPr>
            <a:cxnSpLocks/>
            <a:stCxn id="80" idx="0"/>
          </p:cNvCxnSpPr>
          <p:nvPr/>
        </p:nvCxnSpPr>
        <p:spPr>
          <a:xfrm flipV="1">
            <a:off x="2557430" y="5053535"/>
            <a:ext cx="8998" cy="9195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50A8587E-57B2-F5E3-0B1A-462FC8908DA6}"/>
              </a:ext>
            </a:extLst>
          </p:cNvPr>
          <p:cNvCxnSpPr>
            <a:cxnSpLocks/>
            <a:endCxn id="72" idx="2"/>
          </p:cNvCxnSpPr>
          <p:nvPr/>
        </p:nvCxnSpPr>
        <p:spPr>
          <a:xfrm flipH="1" flipV="1">
            <a:off x="2663709" y="4858886"/>
            <a:ext cx="1251" cy="1946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hteck 71">
            <a:extLst>
              <a:ext uri="{FF2B5EF4-FFF2-40B4-BE49-F238E27FC236}">
                <a16:creationId xmlns:a16="http://schemas.microsoft.com/office/drawing/2014/main" id="{ABC1C921-94CE-3F25-15BA-88E9F45A47C2}"/>
              </a:ext>
            </a:extLst>
          </p:cNvPr>
          <p:cNvSpPr/>
          <p:nvPr/>
        </p:nvSpPr>
        <p:spPr>
          <a:xfrm>
            <a:off x="1802397" y="4554594"/>
            <a:ext cx="1722623" cy="30429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ReservationLayout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6205B0CC-AB56-E3D4-1059-F7E913F282AA}"/>
              </a:ext>
            </a:extLst>
          </p:cNvPr>
          <p:cNvCxnSpPr>
            <a:cxnSpLocks/>
          </p:cNvCxnSpPr>
          <p:nvPr/>
        </p:nvCxnSpPr>
        <p:spPr>
          <a:xfrm flipV="1">
            <a:off x="2418115" y="5053535"/>
            <a:ext cx="0" cy="204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2C25216F-4C79-A19F-AC6C-EE33AF45AC75}"/>
              </a:ext>
            </a:extLst>
          </p:cNvPr>
          <p:cNvCxnSpPr>
            <a:cxnSpLocks/>
          </p:cNvCxnSpPr>
          <p:nvPr/>
        </p:nvCxnSpPr>
        <p:spPr>
          <a:xfrm flipV="1">
            <a:off x="2740179" y="5046458"/>
            <a:ext cx="0" cy="2019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200676F0-FF96-B6BB-49FC-A0DB6C9433F8}"/>
              </a:ext>
            </a:extLst>
          </p:cNvPr>
          <p:cNvCxnSpPr>
            <a:cxnSpLocks/>
          </p:cNvCxnSpPr>
          <p:nvPr/>
        </p:nvCxnSpPr>
        <p:spPr>
          <a:xfrm flipV="1">
            <a:off x="2024085" y="5046397"/>
            <a:ext cx="0" cy="222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Gerader Verbinder 76">
            <a:extLst>
              <a:ext uri="{FF2B5EF4-FFF2-40B4-BE49-F238E27FC236}">
                <a16:creationId xmlns:a16="http://schemas.microsoft.com/office/drawing/2014/main" id="{8839779D-A396-43B6-DBBA-EA836AE2E61D}"/>
              </a:ext>
            </a:extLst>
          </p:cNvPr>
          <p:cNvCxnSpPr>
            <a:cxnSpLocks/>
          </p:cNvCxnSpPr>
          <p:nvPr/>
        </p:nvCxnSpPr>
        <p:spPr>
          <a:xfrm flipV="1">
            <a:off x="3358764" y="5046397"/>
            <a:ext cx="0" cy="2120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Gerader Verbinder 77">
            <a:extLst>
              <a:ext uri="{FF2B5EF4-FFF2-40B4-BE49-F238E27FC236}">
                <a16:creationId xmlns:a16="http://schemas.microsoft.com/office/drawing/2014/main" id="{D1A41227-D58F-96C9-FD2E-3AB2024692ED}"/>
              </a:ext>
            </a:extLst>
          </p:cNvPr>
          <p:cNvCxnSpPr>
            <a:cxnSpLocks/>
          </p:cNvCxnSpPr>
          <p:nvPr/>
        </p:nvCxnSpPr>
        <p:spPr>
          <a:xfrm>
            <a:off x="1825343" y="5053535"/>
            <a:ext cx="16275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hteck 78">
            <a:extLst>
              <a:ext uri="{FF2B5EF4-FFF2-40B4-BE49-F238E27FC236}">
                <a16:creationId xmlns:a16="http://schemas.microsoft.com/office/drawing/2014/main" id="{2A4AFDF6-5F49-279C-7225-FAC5DD08CA73}"/>
              </a:ext>
            </a:extLst>
          </p:cNvPr>
          <p:cNvSpPr/>
          <p:nvPr/>
        </p:nvSpPr>
        <p:spPr>
          <a:xfrm>
            <a:off x="1867391" y="5518510"/>
            <a:ext cx="1518243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Spagi_76_Chairs_V_3</a:t>
            </a:r>
          </a:p>
        </p:txBody>
      </p:sp>
      <p:sp>
        <p:nvSpPr>
          <p:cNvPr id="80" name="Rechteck 79">
            <a:extLst>
              <a:ext uri="{FF2B5EF4-FFF2-40B4-BE49-F238E27FC236}">
                <a16:creationId xmlns:a16="http://schemas.microsoft.com/office/drawing/2014/main" id="{BE943E24-B2CD-449B-CE2E-B9A05CC496FC}"/>
              </a:ext>
            </a:extLst>
          </p:cNvPr>
          <p:cNvSpPr/>
          <p:nvPr/>
        </p:nvSpPr>
        <p:spPr>
          <a:xfrm>
            <a:off x="2111634" y="5973094"/>
            <a:ext cx="891591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SaisonXML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2B96B18B-2A77-6AAE-235B-CE28BBCDD11C}"/>
              </a:ext>
            </a:extLst>
          </p:cNvPr>
          <p:cNvSpPr txBox="1"/>
          <p:nvPr/>
        </p:nvSpPr>
        <p:spPr>
          <a:xfrm>
            <a:off x="1877892" y="6268792"/>
            <a:ext cx="13770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800" b="1" dirty="0">
                <a:latin typeface="Aptos Narrow" panose="020B0004020202020204" pitchFamily="34" charset="0"/>
              </a:rPr>
              <a:t>Event </a:t>
            </a:r>
            <a:r>
              <a:rPr lang="de-CH" sz="800" b="1" dirty="0" err="1">
                <a:latin typeface="Aptos Narrow" panose="020B0004020202020204" pitchFamily="34" charset="0"/>
              </a:rPr>
              <a:t>program</a:t>
            </a:r>
            <a:r>
              <a:rPr lang="de-CH" sz="800" b="1" dirty="0">
                <a:latin typeface="Aptos Narrow" panose="020B0004020202020204" pitchFamily="34" charset="0"/>
              </a:rPr>
              <a:t> XML </a:t>
            </a:r>
            <a:r>
              <a:rPr lang="de-CH" sz="800" b="1" dirty="0" err="1">
                <a:latin typeface="Aptos Narrow" panose="020B0004020202020204" pitchFamily="34" charset="0"/>
              </a:rPr>
              <a:t>file</a:t>
            </a:r>
            <a:endParaRPr lang="de-CH" sz="800" b="1" dirty="0">
              <a:latin typeface="Aptos Narrow" panose="020B0004020202020204" pitchFamily="34" charset="0"/>
            </a:endParaRPr>
          </a:p>
          <a:p>
            <a:pPr algn="ctr"/>
            <a:r>
              <a:rPr lang="de-CH" sz="800" b="1" dirty="0">
                <a:latin typeface="Aptos Narrow" panose="020B0004020202020204" pitchFamily="34" charset="0"/>
              </a:rPr>
              <a:t>Event </a:t>
            </a:r>
            <a:r>
              <a:rPr lang="de-CH" sz="800" b="1" dirty="0" err="1">
                <a:latin typeface="Aptos Narrow" panose="020B0004020202020204" pitchFamily="34" charset="0"/>
              </a:rPr>
              <a:t>reservation</a:t>
            </a:r>
            <a:r>
              <a:rPr lang="de-CH" sz="800" b="1" dirty="0">
                <a:latin typeface="Aptos Narrow" panose="020B0004020202020204" pitchFamily="34" charset="0"/>
              </a:rPr>
              <a:t> XML </a:t>
            </a:r>
            <a:r>
              <a:rPr lang="de-CH" sz="800" b="1" dirty="0" err="1">
                <a:latin typeface="Aptos Narrow" panose="020B0004020202020204" pitchFamily="34" charset="0"/>
              </a:rPr>
              <a:t>files</a:t>
            </a:r>
            <a:endParaRPr lang="de-CH" sz="800" b="1" dirty="0">
              <a:latin typeface="Aptos Narrow" panose="020B0004020202020204" pitchFamily="34" charset="0"/>
            </a:endParaRPr>
          </a:p>
        </p:txBody>
      </p:sp>
      <p:cxnSp>
        <p:nvCxnSpPr>
          <p:cNvPr id="83" name="Gerader Verbinder 82">
            <a:extLst>
              <a:ext uri="{FF2B5EF4-FFF2-40B4-BE49-F238E27FC236}">
                <a16:creationId xmlns:a16="http://schemas.microsoft.com/office/drawing/2014/main" id="{DF5595E1-3D60-DF02-48CD-CA7CD84117C8}"/>
              </a:ext>
            </a:extLst>
          </p:cNvPr>
          <p:cNvCxnSpPr>
            <a:cxnSpLocks/>
          </p:cNvCxnSpPr>
          <p:nvPr/>
        </p:nvCxnSpPr>
        <p:spPr>
          <a:xfrm flipH="1" flipV="1">
            <a:off x="2663708" y="4366589"/>
            <a:ext cx="1251" cy="1946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hteck 84">
            <a:extLst>
              <a:ext uri="{FF2B5EF4-FFF2-40B4-BE49-F238E27FC236}">
                <a16:creationId xmlns:a16="http://schemas.microsoft.com/office/drawing/2014/main" id="{65A7D3DA-90E7-5750-D300-25D9BBA076D3}"/>
              </a:ext>
            </a:extLst>
          </p:cNvPr>
          <p:cNvSpPr/>
          <p:nvPr/>
        </p:nvSpPr>
        <p:spPr>
          <a:xfrm>
            <a:off x="2217912" y="4086615"/>
            <a:ext cx="891591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6046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E3C5A779-816E-3E09-B64C-F5F1EAF00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1834"/>
            <a:ext cx="12192000" cy="597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772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2672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6491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CFEBA1DB-BA2B-09CD-17B9-D75C6722CFB0}"/>
              </a:ext>
            </a:extLst>
          </p:cNvPr>
          <p:cNvCxnSpPr>
            <a:cxnSpLocks/>
          </p:cNvCxnSpPr>
          <p:nvPr/>
        </p:nvCxnSpPr>
        <p:spPr>
          <a:xfrm flipV="1">
            <a:off x="3039916" y="1326292"/>
            <a:ext cx="0" cy="12488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9921F22B-CF59-66DF-072D-574CBBD81D1E}"/>
              </a:ext>
            </a:extLst>
          </p:cNvPr>
          <p:cNvCxnSpPr>
            <a:cxnSpLocks/>
          </p:cNvCxnSpPr>
          <p:nvPr/>
        </p:nvCxnSpPr>
        <p:spPr>
          <a:xfrm flipH="1" flipV="1">
            <a:off x="2952750" y="2565956"/>
            <a:ext cx="37230" cy="22479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52209567-3E82-84CD-0965-3931EF660DE0}"/>
              </a:ext>
            </a:extLst>
          </p:cNvPr>
          <p:cNvCxnSpPr>
            <a:cxnSpLocks/>
          </p:cNvCxnSpPr>
          <p:nvPr/>
        </p:nvCxnSpPr>
        <p:spPr>
          <a:xfrm flipV="1">
            <a:off x="2802818" y="2575149"/>
            <a:ext cx="0" cy="18420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B8B7FFD5-DC64-CA37-7655-B5E8BFA6B54A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2193949" y="2575149"/>
            <a:ext cx="396" cy="1861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7D5B8F67-A2DC-E2BD-F803-26148FBA3290}"/>
              </a:ext>
            </a:extLst>
          </p:cNvPr>
          <p:cNvCxnSpPr>
            <a:cxnSpLocks/>
          </p:cNvCxnSpPr>
          <p:nvPr/>
        </p:nvCxnSpPr>
        <p:spPr>
          <a:xfrm flipV="1">
            <a:off x="2193949" y="2565956"/>
            <a:ext cx="4223486" cy="91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048D0515-10CF-92CF-D6E5-2A3FA126CDC8}"/>
              </a:ext>
            </a:extLst>
          </p:cNvPr>
          <p:cNvSpPr/>
          <p:nvPr/>
        </p:nvSpPr>
        <p:spPr>
          <a:xfrm>
            <a:off x="2135620" y="1751776"/>
            <a:ext cx="1948392" cy="37501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Layout </a:t>
            </a:r>
            <a:r>
              <a:rPr lang="de-CH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premises</a:t>
            </a:r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de-CH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version</a:t>
            </a:r>
            <a:endParaRPr lang="de-CH" sz="1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Spagi_76_Chairs_V_2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54A85247-810C-A36B-D1E7-B4DDED9F12EF}"/>
              </a:ext>
            </a:extLst>
          </p:cNvPr>
          <p:cNvCxnSpPr>
            <a:cxnSpLocks/>
          </p:cNvCxnSpPr>
          <p:nvPr/>
        </p:nvCxnSpPr>
        <p:spPr>
          <a:xfrm flipV="1">
            <a:off x="1315835" y="1547294"/>
            <a:ext cx="4845917" cy="30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C48E2E99-CCE6-46E3-2FED-51541812CFE6}"/>
              </a:ext>
            </a:extLst>
          </p:cNvPr>
          <p:cNvCxnSpPr>
            <a:cxnSpLocks/>
          </p:cNvCxnSpPr>
          <p:nvPr/>
        </p:nvCxnSpPr>
        <p:spPr>
          <a:xfrm flipV="1">
            <a:off x="4413460" y="2576474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0694212D-F687-00AD-FCE1-A15FDB996B34}"/>
              </a:ext>
            </a:extLst>
          </p:cNvPr>
          <p:cNvCxnSpPr>
            <a:cxnSpLocks/>
          </p:cNvCxnSpPr>
          <p:nvPr/>
        </p:nvCxnSpPr>
        <p:spPr>
          <a:xfrm flipV="1">
            <a:off x="2386742" y="2575149"/>
            <a:ext cx="0" cy="5412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B9902208-5560-EA17-A146-9D3D401FBA36}"/>
              </a:ext>
            </a:extLst>
          </p:cNvPr>
          <p:cNvCxnSpPr>
            <a:cxnSpLocks/>
          </p:cNvCxnSpPr>
          <p:nvPr/>
        </p:nvCxnSpPr>
        <p:spPr>
          <a:xfrm flipV="1">
            <a:off x="2508955" y="2565956"/>
            <a:ext cx="0" cy="9823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226810CE-79DD-5353-1C13-07F754193991}"/>
              </a:ext>
            </a:extLst>
          </p:cNvPr>
          <p:cNvCxnSpPr>
            <a:cxnSpLocks/>
          </p:cNvCxnSpPr>
          <p:nvPr/>
        </p:nvCxnSpPr>
        <p:spPr>
          <a:xfrm flipV="1">
            <a:off x="2647831" y="2565956"/>
            <a:ext cx="0" cy="1402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lussdiagramm: Karte 15">
            <a:extLst>
              <a:ext uri="{FF2B5EF4-FFF2-40B4-BE49-F238E27FC236}">
                <a16:creationId xmlns:a16="http://schemas.microsoft.com/office/drawing/2014/main" id="{E8A0A809-2262-28A8-7D78-8C1F7775DCDC}"/>
              </a:ext>
            </a:extLst>
          </p:cNvPr>
          <p:cNvSpPr/>
          <p:nvPr/>
        </p:nvSpPr>
        <p:spPr>
          <a:xfrm>
            <a:off x="2043375" y="3961836"/>
            <a:ext cx="1649192" cy="296211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DisplayLayout.htm</a:t>
            </a:r>
          </a:p>
        </p:txBody>
      </p:sp>
      <p:sp>
        <p:nvSpPr>
          <p:cNvPr id="17" name="Flussdiagramm: Karte 16">
            <a:extLst>
              <a:ext uri="{FF2B5EF4-FFF2-40B4-BE49-F238E27FC236}">
                <a16:creationId xmlns:a16="http://schemas.microsoft.com/office/drawing/2014/main" id="{8763AB46-84FB-3B23-22DD-B4A88256DE86}"/>
              </a:ext>
            </a:extLst>
          </p:cNvPr>
          <p:cNvSpPr/>
          <p:nvPr/>
        </p:nvSpPr>
        <p:spPr>
          <a:xfrm>
            <a:off x="1392943" y="2761340"/>
            <a:ext cx="1602804" cy="255984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SelectReservation.htm</a:t>
            </a:r>
          </a:p>
        </p:txBody>
      </p:sp>
      <p:sp>
        <p:nvSpPr>
          <p:cNvPr id="18" name="Flussdiagramm: Karte 17">
            <a:extLst>
              <a:ext uri="{FF2B5EF4-FFF2-40B4-BE49-F238E27FC236}">
                <a16:creationId xmlns:a16="http://schemas.microsoft.com/office/drawing/2014/main" id="{CAC9886D-405F-BF78-19F9-6C0D28EF1D5A}"/>
              </a:ext>
            </a:extLst>
          </p:cNvPr>
          <p:cNvSpPr/>
          <p:nvPr/>
        </p:nvSpPr>
        <p:spPr>
          <a:xfrm>
            <a:off x="1553686" y="3119335"/>
            <a:ext cx="1602804" cy="296211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AdminReservation.htm</a:t>
            </a:r>
          </a:p>
        </p:txBody>
      </p:sp>
      <p:sp>
        <p:nvSpPr>
          <p:cNvPr id="19" name="Flussdiagramm: Karte 18">
            <a:extLst>
              <a:ext uri="{FF2B5EF4-FFF2-40B4-BE49-F238E27FC236}">
                <a16:creationId xmlns:a16="http://schemas.microsoft.com/office/drawing/2014/main" id="{D1AFD8EE-115B-679F-BEAD-7084C036E721}"/>
              </a:ext>
            </a:extLst>
          </p:cNvPr>
          <p:cNvSpPr/>
          <p:nvPr/>
        </p:nvSpPr>
        <p:spPr>
          <a:xfrm>
            <a:off x="1805439" y="3542005"/>
            <a:ext cx="1649192" cy="296211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DisplayReservation.htm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02464626-EFD4-5AFD-7DED-E6A3D50BB8F3}"/>
              </a:ext>
            </a:extLst>
          </p:cNvPr>
          <p:cNvSpPr/>
          <p:nvPr/>
        </p:nvSpPr>
        <p:spPr>
          <a:xfrm>
            <a:off x="3233682" y="2749554"/>
            <a:ext cx="564436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Libs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45142A4B-7718-2F81-3846-9136F7517A60}"/>
              </a:ext>
            </a:extLst>
          </p:cNvPr>
          <p:cNvSpPr/>
          <p:nvPr/>
        </p:nvSpPr>
        <p:spPr>
          <a:xfrm>
            <a:off x="3870515" y="2749555"/>
            <a:ext cx="1090528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ImagesLayout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356FBA7E-C017-A7B3-EBAA-1913B360B783}"/>
              </a:ext>
            </a:extLst>
          </p:cNvPr>
          <p:cNvSpPr/>
          <p:nvPr/>
        </p:nvSpPr>
        <p:spPr>
          <a:xfrm>
            <a:off x="5958447" y="2740881"/>
            <a:ext cx="891591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SaisonXML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D50F0A19-C634-53F5-F4C6-F1806B457571}"/>
              </a:ext>
            </a:extLst>
          </p:cNvPr>
          <p:cNvCxnSpPr>
            <a:cxnSpLocks/>
            <a:stCxn id="25" idx="0"/>
          </p:cNvCxnSpPr>
          <p:nvPr/>
        </p:nvCxnSpPr>
        <p:spPr>
          <a:xfrm flipV="1">
            <a:off x="5446166" y="2567005"/>
            <a:ext cx="11103" cy="10036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hteck 23">
            <a:extLst>
              <a:ext uri="{FF2B5EF4-FFF2-40B4-BE49-F238E27FC236}">
                <a16:creationId xmlns:a16="http://schemas.microsoft.com/office/drawing/2014/main" id="{891D9D54-2BFF-6ADF-3071-C4C20A3C3586}"/>
              </a:ext>
            </a:extLst>
          </p:cNvPr>
          <p:cNvSpPr/>
          <p:nvPr/>
        </p:nvSpPr>
        <p:spPr>
          <a:xfrm>
            <a:off x="5012439" y="2755202"/>
            <a:ext cx="891591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XML</a:t>
            </a:r>
          </a:p>
        </p:txBody>
      </p:sp>
      <p:sp>
        <p:nvSpPr>
          <p:cNvPr id="25" name="Flussdiagramm: Karte 24">
            <a:extLst>
              <a:ext uri="{FF2B5EF4-FFF2-40B4-BE49-F238E27FC236}">
                <a16:creationId xmlns:a16="http://schemas.microsoft.com/office/drawing/2014/main" id="{2E4E7AF4-AF63-CEA6-B295-92A1F1E3D1F1}"/>
              </a:ext>
            </a:extLst>
          </p:cNvPr>
          <p:cNvSpPr/>
          <p:nvPr/>
        </p:nvSpPr>
        <p:spPr>
          <a:xfrm>
            <a:off x="4555310" y="3570665"/>
            <a:ext cx="1781712" cy="296211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Spagi_76_Chairs_V_2.xml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C28D1700-C7B8-D60C-DDD7-B640C1608639}"/>
              </a:ext>
            </a:extLst>
          </p:cNvPr>
          <p:cNvSpPr txBox="1"/>
          <p:nvPr/>
        </p:nvSpPr>
        <p:spPr>
          <a:xfrm>
            <a:off x="3121313" y="3007770"/>
            <a:ext cx="8247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/>
              <a:t>JavaScripts</a:t>
            </a:r>
            <a:endParaRPr lang="de-CH" b="1" dirty="0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AB026A52-43AC-4441-8473-E01083207D97}"/>
              </a:ext>
            </a:extLst>
          </p:cNvPr>
          <p:cNvSpPr txBox="1"/>
          <p:nvPr/>
        </p:nvSpPr>
        <p:spPr>
          <a:xfrm>
            <a:off x="3879484" y="3002294"/>
            <a:ext cx="11251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100" b="1" dirty="0">
                <a:latin typeface="Aptos Narrow" panose="020B0004020202020204" pitchFamily="34" charset="0"/>
              </a:rPr>
              <a:t>Layout </a:t>
            </a:r>
            <a:r>
              <a:rPr lang="de-CH" sz="1100" b="1" dirty="0" err="1">
                <a:latin typeface="Aptos Narrow" panose="020B0004020202020204" pitchFamily="34" charset="0"/>
              </a:rPr>
              <a:t>images</a:t>
            </a:r>
            <a:endParaRPr lang="de-CH" b="1" dirty="0">
              <a:latin typeface="Aptos Narrow" panose="020B0004020202020204" pitchFamily="34" charset="0"/>
            </a:endParaRP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589ECDBE-7665-05AE-9D3F-DBB61496D458}"/>
              </a:ext>
            </a:extLst>
          </p:cNvPr>
          <p:cNvSpPr txBox="1"/>
          <p:nvPr/>
        </p:nvSpPr>
        <p:spPr>
          <a:xfrm>
            <a:off x="5793749" y="2995558"/>
            <a:ext cx="13302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100" b="1" dirty="0">
                <a:latin typeface="Aptos Narrow" panose="020B0004020202020204" pitchFamily="34" charset="0"/>
              </a:rPr>
              <a:t>Reservation XML </a:t>
            </a:r>
            <a:r>
              <a:rPr lang="de-CH" sz="1100" b="1" dirty="0" err="1">
                <a:latin typeface="Aptos Narrow" panose="020B0004020202020204" pitchFamily="34" charset="0"/>
              </a:rPr>
              <a:t>file</a:t>
            </a:r>
            <a:r>
              <a:rPr lang="de-CH" sz="1100" b="1" dirty="0">
                <a:latin typeface="Aptos Narrow" panose="020B0004020202020204" pitchFamily="34" charset="0"/>
              </a:rPr>
              <a:t> </a:t>
            </a:r>
            <a:r>
              <a:rPr lang="de-CH" sz="1100" b="1" dirty="0" err="1">
                <a:latin typeface="Aptos Narrow" panose="020B0004020202020204" pitchFamily="34" charset="0"/>
              </a:rPr>
              <a:t>for</a:t>
            </a:r>
            <a:r>
              <a:rPr lang="de-CH" sz="1100" b="1" dirty="0">
                <a:latin typeface="Aptos Narrow" panose="020B0004020202020204" pitchFamily="34" charset="0"/>
              </a:rPr>
              <a:t> </a:t>
            </a:r>
            <a:r>
              <a:rPr lang="de-CH" sz="1100" b="1" dirty="0" err="1">
                <a:latin typeface="Aptos Narrow" panose="020B0004020202020204" pitchFamily="34" charset="0"/>
              </a:rPr>
              <a:t>each</a:t>
            </a:r>
            <a:r>
              <a:rPr lang="de-CH" sz="1100" b="1" dirty="0">
                <a:latin typeface="Aptos Narrow" panose="020B0004020202020204" pitchFamily="34" charset="0"/>
              </a:rPr>
              <a:t> </a:t>
            </a:r>
            <a:r>
              <a:rPr lang="de-CH" sz="1100" b="1" dirty="0" err="1">
                <a:latin typeface="Aptos Narrow" panose="020B0004020202020204" pitchFamily="34" charset="0"/>
              </a:rPr>
              <a:t>event</a:t>
            </a:r>
            <a:r>
              <a:rPr lang="de-CH" sz="1100" b="1" dirty="0">
                <a:latin typeface="Aptos Narrow" panose="020B0004020202020204" pitchFamily="34" charset="0"/>
              </a:rPr>
              <a:t> </a:t>
            </a:r>
          </a:p>
        </p:txBody>
      </p: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FC3B6BD5-2867-E61E-CE75-FF47CE9E5835}"/>
              </a:ext>
            </a:extLst>
          </p:cNvPr>
          <p:cNvCxnSpPr>
            <a:cxnSpLocks/>
          </p:cNvCxnSpPr>
          <p:nvPr/>
        </p:nvCxnSpPr>
        <p:spPr>
          <a:xfrm flipV="1">
            <a:off x="7677431" y="4647095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550812F4-B888-4E4F-2C21-3857F7C65BDB}"/>
              </a:ext>
            </a:extLst>
          </p:cNvPr>
          <p:cNvCxnSpPr>
            <a:cxnSpLocks/>
          </p:cNvCxnSpPr>
          <p:nvPr/>
        </p:nvCxnSpPr>
        <p:spPr>
          <a:xfrm flipH="1" flipV="1">
            <a:off x="7017744" y="953417"/>
            <a:ext cx="47559" cy="56240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01B1BB2F-5A0A-84B2-2897-5EFB610B85FF}"/>
              </a:ext>
            </a:extLst>
          </p:cNvPr>
          <p:cNvCxnSpPr>
            <a:cxnSpLocks/>
          </p:cNvCxnSpPr>
          <p:nvPr/>
        </p:nvCxnSpPr>
        <p:spPr>
          <a:xfrm flipH="1" flipV="1">
            <a:off x="212268" y="229136"/>
            <a:ext cx="47559" cy="56240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lussdiagramm: Karte 33">
            <a:extLst>
              <a:ext uri="{FF2B5EF4-FFF2-40B4-BE49-F238E27FC236}">
                <a16:creationId xmlns:a16="http://schemas.microsoft.com/office/drawing/2014/main" id="{76879713-A408-3414-7AD2-BD87EF96B84C}"/>
              </a:ext>
            </a:extLst>
          </p:cNvPr>
          <p:cNvSpPr/>
          <p:nvPr/>
        </p:nvSpPr>
        <p:spPr>
          <a:xfrm>
            <a:off x="2316824" y="4350883"/>
            <a:ext cx="1649192" cy="296211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ReservationList.htm</a:t>
            </a:r>
          </a:p>
        </p:txBody>
      </p:sp>
      <p:sp>
        <p:nvSpPr>
          <p:cNvPr id="35" name="Flussdiagramm: Karte 34">
            <a:extLst>
              <a:ext uri="{FF2B5EF4-FFF2-40B4-BE49-F238E27FC236}">
                <a16:creationId xmlns:a16="http://schemas.microsoft.com/office/drawing/2014/main" id="{08890597-25CB-0402-4725-E807EBD4F99F}"/>
              </a:ext>
            </a:extLst>
          </p:cNvPr>
          <p:cNvSpPr/>
          <p:nvPr/>
        </p:nvSpPr>
        <p:spPr>
          <a:xfrm>
            <a:off x="2633641" y="4771613"/>
            <a:ext cx="1649192" cy="296211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ReservationPrint.htm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8A8B4726-A88A-697D-F14E-1DD6F62CEA8C}"/>
              </a:ext>
            </a:extLst>
          </p:cNvPr>
          <p:cNvSpPr/>
          <p:nvPr/>
        </p:nvSpPr>
        <p:spPr>
          <a:xfrm>
            <a:off x="2002653" y="743146"/>
            <a:ext cx="2115324" cy="56026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ReservationLayout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</a:t>
            </a:r>
          </a:p>
        </p:txBody>
      </p: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1FFB3F7E-D5D9-26B5-789E-3BAE9887C11D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3515900" y="2565956"/>
            <a:ext cx="2010" cy="1835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93DE9AF7-5513-E1F8-9B45-5271CFB00F11}"/>
              </a:ext>
            </a:extLst>
          </p:cNvPr>
          <p:cNvCxnSpPr>
            <a:cxnSpLocks/>
          </p:cNvCxnSpPr>
          <p:nvPr/>
        </p:nvCxnSpPr>
        <p:spPr>
          <a:xfrm flipV="1">
            <a:off x="6417436" y="2551012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feld 42">
            <a:extLst>
              <a:ext uri="{FF2B5EF4-FFF2-40B4-BE49-F238E27FC236}">
                <a16:creationId xmlns:a16="http://schemas.microsoft.com/office/drawing/2014/main" id="{F1E2E7B6-9CAA-ECF0-072C-F86433E1ACF8}"/>
              </a:ext>
            </a:extLst>
          </p:cNvPr>
          <p:cNvSpPr txBox="1"/>
          <p:nvPr/>
        </p:nvSpPr>
        <p:spPr>
          <a:xfrm>
            <a:off x="4787141" y="3865698"/>
            <a:ext cx="13527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100" b="1" dirty="0" err="1">
                <a:latin typeface="Aptos Narrow" panose="020B0004020202020204" pitchFamily="34" charset="0"/>
              </a:rPr>
              <a:t>Defines</a:t>
            </a:r>
            <a:r>
              <a:rPr lang="de-CH" sz="1100" b="1" dirty="0">
                <a:latin typeface="Aptos Narrow" panose="020B0004020202020204" pitchFamily="34" charset="0"/>
              </a:rPr>
              <a:t> </a:t>
            </a:r>
            <a:r>
              <a:rPr lang="de-CH" sz="1100" b="1" dirty="0" err="1">
                <a:latin typeface="Aptos Narrow" panose="020B0004020202020204" pitchFamily="34" charset="0"/>
              </a:rPr>
              <a:t>the</a:t>
            </a:r>
            <a:r>
              <a:rPr lang="de-CH" sz="1100" b="1" dirty="0">
                <a:latin typeface="Aptos Narrow" panose="020B0004020202020204" pitchFamily="34" charset="0"/>
              </a:rPr>
              <a:t> </a:t>
            </a:r>
            <a:r>
              <a:rPr lang="de-CH" sz="1100" b="1" dirty="0" err="1">
                <a:latin typeface="Aptos Narrow" panose="020B0004020202020204" pitchFamily="34" charset="0"/>
              </a:rPr>
              <a:t>layout</a:t>
            </a:r>
            <a:endParaRPr lang="de-CH" b="1" dirty="0">
              <a:latin typeface="Aptos Narrow" panose="020B0004020202020204" pitchFamily="34" charset="0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284968A6-3C21-B508-C41E-CB98EE46192E}"/>
              </a:ext>
            </a:extLst>
          </p:cNvPr>
          <p:cNvSpPr txBox="1"/>
          <p:nvPr/>
        </p:nvSpPr>
        <p:spPr>
          <a:xfrm>
            <a:off x="120142" y="2745360"/>
            <a:ext cx="12717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100" b="1" dirty="0">
                <a:latin typeface="Aptos Narrow" panose="020B0004020202020204" pitchFamily="34" charset="0"/>
              </a:rPr>
              <a:t>App: Select </a:t>
            </a:r>
            <a:r>
              <a:rPr lang="de-CH" sz="1100" b="1" dirty="0" err="1">
                <a:latin typeface="Aptos Narrow" panose="020B0004020202020204" pitchFamily="34" charset="0"/>
              </a:rPr>
              <a:t>seats</a:t>
            </a:r>
            <a:endParaRPr lang="de-CH" b="1" dirty="0">
              <a:latin typeface="Aptos Narrow" panose="020B0004020202020204" pitchFamily="34" charset="0"/>
            </a:endParaRP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4C2C8CFC-37CF-19EC-292E-C4E0F30733F7}"/>
              </a:ext>
            </a:extLst>
          </p:cNvPr>
          <p:cNvSpPr txBox="1"/>
          <p:nvPr/>
        </p:nvSpPr>
        <p:spPr>
          <a:xfrm>
            <a:off x="217427" y="3066998"/>
            <a:ext cx="14020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100" b="1" dirty="0">
                <a:latin typeface="Aptos Narrow" panose="020B0004020202020204" pitchFamily="34" charset="0"/>
              </a:rPr>
              <a:t>App: </a:t>
            </a:r>
            <a:r>
              <a:rPr lang="de-CH" sz="1100" b="1" dirty="0" err="1">
                <a:latin typeface="Aptos Narrow" panose="020B0004020202020204" pitchFamily="34" charset="0"/>
              </a:rPr>
              <a:t>Adminstrate</a:t>
            </a:r>
            <a:r>
              <a:rPr lang="de-CH" sz="1100" b="1" dirty="0">
                <a:latin typeface="Aptos Narrow" panose="020B0004020202020204" pitchFamily="34" charset="0"/>
              </a:rPr>
              <a:t> </a:t>
            </a:r>
          </a:p>
          <a:p>
            <a:pPr algn="r"/>
            <a:r>
              <a:rPr lang="de-CH" sz="1100" b="1" dirty="0">
                <a:latin typeface="Aptos Narrow" panose="020B0004020202020204" pitchFamily="34" charset="0"/>
              </a:rPr>
              <a:t>            </a:t>
            </a:r>
            <a:r>
              <a:rPr lang="de-CH" sz="1100" b="1" dirty="0" err="1">
                <a:latin typeface="Aptos Narrow" panose="020B0004020202020204" pitchFamily="34" charset="0"/>
              </a:rPr>
              <a:t>reservations</a:t>
            </a:r>
            <a:endParaRPr lang="de-CH" sz="1100" b="1" dirty="0">
              <a:latin typeface="Aptos Narrow" panose="020B0004020202020204" pitchFamily="34" charset="0"/>
            </a:endParaRP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85271A2C-049C-1E49-A8FE-5BF0E57D4E6E}"/>
              </a:ext>
            </a:extLst>
          </p:cNvPr>
          <p:cNvSpPr txBox="1"/>
          <p:nvPr/>
        </p:nvSpPr>
        <p:spPr>
          <a:xfrm>
            <a:off x="146616" y="3459035"/>
            <a:ext cx="16491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100" b="1" dirty="0">
                <a:latin typeface="Aptos Narrow" panose="020B0004020202020204" pitchFamily="34" charset="0"/>
              </a:rPr>
              <a:t>App: Display and </a:t>
            </a:r>
            <a:r>
              <a:rPr lang="de-CH" sz="1100" b="1" dirty="0" err="1">
                <a:latin typeface="Aptos Narrow" panose="020B0004020202020204" pitchFamily="34" charset="0"/>
              </a:rPr>
              <a:t>search</a:t>
            </a:r>
            <a:r>
              <a:rPr lang="de-CH" sz="1100" b="1" dirty="0">
                <a:latin typeface="Aptos Narrow" panose="020B0004020202020204" pitchFamily="34" charset="0"/>
              </a:rPr>
              <a:t> </a:t>
            </a:r>
          </a:p>
          <a:p>
            <a:pPr algn="r"/>
            <a:r>
              <a:rPr lang="de-CH" sz="1100" b="1" dirty="0">
                <a:latin typeface="Aptos Narrow" panose="020B0004020202020204" pitchFamily="34" charset="0"/>
              </a:rPr>
              <a:t>            </a:t>
            </a:r>
            <a:r>
              <a:rPr lang="de-CH" sz="1100" b="1" dirty="0" err="1">
                <a:latin typeface="Aptos Narrow" panose="020B0004020202020204" pitchFamily="34" charset="0"/>
              </a:rPr>
              <a:t>reservations</a:t>
            </a:r>
            <a:endParaRPr lang="de-CH" sz="1100" b="1" dirty="0">
              <a:latin typeface="Aptos Narrow" panose="020B0004020202020204" pitchFamily="34" charset="0"/>
            </a:endParaRP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05186551-0DAF-E89C-F51A-D2397618A0AF}"/>
              </a:ext>
            </a:extLst>
          </p:cNvPr>
          <p:cNvSpPr txBox="1"/>
          <p:nvPr/>
        </p:nvSpPr>
        <p:spPr>
          <a:xfrm>
            <a:off x="468703" y="3998693"/>
            <a:ext cx="15601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100" b="1" dirty="0">
                <a:latin typeface="Aptos Narrow" panose="020B0004020202020204" pitchFamily="34" charset="0"/>
              </a:rPr>
              <a:t>App: Display </a:t>
            </a:r>
            <a:r>
              <a:rPr lang="de-CH" sz="1100" b="1" dirty="0" err="1">
                <a:latin typeface="Aptos Narrow" panose="020B0004020202020204" pitchFamily="34" charset="0"/>
              </a:rPr>
              <a:t>the</a:t>
            </a:r>
            <a:r>
              <a:rPr lang="de-CH" sz="1100" b="1" dirty="0">
                <a:latin typeface="Aptos Narrow" panose="020B0004020202020204" pitchFamily="34" charset="0"/>
              </a:rPr>
              <a:t> </a:t>
            </a:r>
            <a:r>
              <a:rPr lang="de-CH" sz="1100" b="1" dirty="0" err="1">
                <a:latin typeface="Aptos Narrow" panose="020B0004020202020204" pitchFamily="34" charset="0"/>
              </a:rPr>
              <a:t>layout</a:t>
            </a:r>
            <a:endParaRPr lang="de-CH" sz="1100" b="1" dirty="0">
              <a:latin typeface="Aptos Narrow" panose="020B0004020202020204" pitchFamily="34" charset="0"/>
            </a:endParaRP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7B88919C-4643-9879-27A8-42163EC233BD}"/>
              </a:ext>
            </a:extLst>
          </p:cNvPr>
          <p:cNvSpPr txBox="1"/>
          <p:nvPr/>
        </p:nvSpPr>
        <p:spPr>
          <a:xfrm>
            <a:off x="760420" y="4399867"/>
            <a:ext cx="1560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100" b="1" dirty="0">
                <a:latin typeface="Aptos Narrow" panose="020B0004020202020204" pitchFamily="34" charset="0"/>
              </a:rPr>
              <a:t>App: List </a:t>
            </a:r>
            <a:r>
              <a:rPr lang="de-CH" sz="1100" b="1" dirty="0" err="1">
                <a:latin typeface="Aptos Narrow" panose="020B0004020202020204" pitchFamily="34" charset="0"/>
              </a:rPr>
              <a:t>reservationns</a:t>
            </a:r>
            <a:endParaRPr lang="de-CH" sz="1100" b="1" dirty="0">
              <a:latin typeface="Aptos Narrow" panose="020B0004020202020204" pitchFamily="34" charset="0"/>
            </a:endParaRP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907CBC73-A6E4-59AC-17C0-FF83D33B1839}"/>
              </a:ext>
            </a:extLst>
          </p:cNvPr>
          <p:cNvSpPr txBox="1"/>
          <p:nvPr/>
        </p:nvSpPr>
        <p:spPr>
          <a:xfrm>
            <a:off x="1024478" y="4813910"/>
            <a:ext cx="16140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100" b="1" dirty="0">
                <a:latin typeface="Aptos Narrow" panose="020B0004020202020204" pitchFamily="34" charset="0"/>
              </a:rPr>
              <a:t>App: Print </a:t>
            </a:r>
            <a:r>
              <a:rPr lang="de-CH" sz="1100" b="1" dirty="0" err="1">
                <a:latin typeface="Aptos Narrow" panose="020B0004020202020204" pitchFamily="34" charset="0"/>
              </a:rPr>
              <a:t>reservationns</a:t>
            </a:r>
            <a:endParaRPr lang="de-CH" sz="1100" b="1" dirty="0">
              <a:latin typeface="Aptos Narrow" panose="020B0004020202020204" pitchFamily="34" charset="0"/>
            </a:endParaRP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B27DF9EA-0505-5312-416C-BAA8496DA828}"/>
              </a:ext>
            </a:extLst>
          </p:cNvPr>
          <p:cNvSpPr txBox="1"/>
          <p:nvPr/>
        </p:nvSpPr>
        <p:spPr>
          <a:xfrm>
            <a:off x="0" y="108741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b="1" dirty="0" err="1">
                <a:latin typeface="Arial" panose="020B0604020202020204" pitchFamily="34" charset="0"/>
                <a:cs typeface="Arial" panose="020B0604020202020204" pitchFamily="34" charset="0"/>
              </a:rPr>
              <a:t>Generated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b="1" dirty="0" err="1">
                <a:latin typeface="Arial" panose="020B0604020202020204" pitchFamily="34" charset="0"/>
                <a:cs typeface="Arial" panose="020B0604020202020204" pitchFamily="34" charset="0"/>
              </a:rPr>
              <a:t>directories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b="1" dirty="0" err="1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de-CH" b="1" dirty="0" err="1">
                <a:latin typeface="Arial" panose="020B0604020202020204" pitchFamily="34" charset="0"/>
                <a:cs typeface="Arial" panose="020B0604020202020204" pitchFamily="34" charset="0"/>
              </a:rPr>
              <a:t>seating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 plan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BA5BB010-DA80-B00E-F2B9-8906B1F6CDC9}"/>
              </a:ext>
            </a:extLst>
          </p:cNvPr>
          <p:cNvCxnSpPr>
            <a:cxnSpLocks/>
          </p:cNvCxnSpPr>
          <p:nvPr/>
        </p:nvCxnSpPr>
        <p:spPr>
          <a:xfrm flipV="1">
            <a:off x="5447359" y="4119766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lussdiagramm: Karte 10">
            <a:extLst>
              <a:ext uri="{FF2B5EF4-FFF2-40B4-BE49-F238E27FC236}">
                <a16:creationId xmlns:a16="http://schemas.microsoft.com/office/drawing/2014/main" id="{2377F196-B65A-1F25-0673-E70FF8EAABA0}"/>
              </a:ext>
            </a:extLst>
          </p:cNvPr>
          <p:cNvSpPr/>
          <p:nvPr/>
        </p:nvSpPr>
        <p:spPr>
          <a:xfrm>
            <a:off x="4752813" y="4304081"/>
            <a:ext cx="1374378" cy="296211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EventProgram.xml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176C9103-858D-C0C1-7C77-EAED996D52C4}"/>
              </a:ext>
            </a:extLst>
          </p:cNvPr>
          <p:cNvSpPr txBox="1"/>
          <p:nvPr/>
        </p:nvSpPr>
        <p:spPr>
          <a:xfrm>
            <a:off x="4769790" y="4613336"/>
            <a:ext cx="13527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100" b="1" dirty="0" err="1">
                <a:latin typeface="Aptos Narrow" panose="020B0004020202020204" pitchFamily="34" charset="0"/>
              </a:rPr>
              <a:t>Defines</a:t>
            </a:r>
            <a:r>
              <a:rPr lang="de-CH" sz="1100" b="1" dirty="0">
                <a:latin typeface="Aptos Narrow" panose="020B0004020202020204" pitchFamily="34" charset="0"/>
              </a:rPr>
              <a:t> all </a:t>
            </a:r>
            <a:r>
              <a:rPr lang="de-CH" sz="1100" b="1" dirty="0" err="1">
                <a:latin typeface="Aptos Narrow" panose="020B0004020202020204" pitchFamily="34" charset="0"/>
              </a:rPr>
              <a:t>events</a:t>
            </a:r>
            <a:endParaRPr lang="de-CH" b="1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171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932</Words>
  <Application>Microsoft Office PowerPoint</Application>
  <PresentationFormat>Breitbild</PresentationFormat>
  <Paragraphs>207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6" baseType="lpstr">
      <vt:lpstr>Aptos Narrow</vt:lpstr>
      <vt:lpstr>Arial</vt:lpstr>
      <vt:lpstr>Arial Black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Gunnar Liden</dc:creator>
  <cp:lastModifiedBy>Gunnar Liden</cp:lastModifiedBy>
  <cp:revision>162</cp:revision>
  <cp:lastPrinted>2025-06-03T09:11:35Z</cp:lastPrinted>
  <dcterms:created xsi:type="dcterms:W3CDTF">2020-04-04T07:27:22Z</dcterms:created>
  <dcterms:modified xsi:type="dcterms:W3CDTF">2026-04-16T15:42:42Z</dcterms:modified>
</cp:coreProperties>
</file>