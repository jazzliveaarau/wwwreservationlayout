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1" r:id="rId3"/>
    <p:sldId id="272" r:id="rId4"/>
    <p:sldId id="273" r:id="rId5"/>
    <p:sldId id="262" r:id="rId6"/>
    <p:sldId id="268" r:id="rId7"/>
    <p:sldId id="270" r:id="rId8"/>
    <p:sldId id="269" r:id="rId9"/>
    <p:sldId id="256" r:id="rId10"/>
    <p:sldId id="261" r:id="rId11"/>
    <p:sldId id="263" r:id="rId12"/>
    <p:sldId id="265" r:id="rId13"/>
    <p:sldId id="267" r:id="rId14"/>
    <p:sldId id="266" r:id="rId15"/>
  </p:sldIdLst>
  <p:sldSz cx="12192000" cy="6858000"/>
  <p:notesSz cx="6721475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nar Liden" initials="GL" lastIdx="2" clrIdx="0">
    <p:extLst>
      <p:ext uri="{19B8F6BF-5375-455C-9EA6-DF929625EA0E}">
        <p15:presenceInfo xmlns:p15="http://schemas.microsoft.com/office/powerpoint/2012/main" userId="6f9d43f83691c4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EDAD6"/>
    <a:srgbClr val="FFF4D5"/>
    <a:srgbClr val="99CCFF"/>
    <a:srgbClr val="E2F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22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71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5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49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992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1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58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257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197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5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46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31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756C860-6664-6008-6C3C-C09D98754DFF}"/>
              </a:ext>
            </a:extLst>
          </p:cNvPr>
          <p:cNvSpPr txBox="1"/>
          <p:nvPr/>
        </p:nvSpPr>
        <p:spPr>
          <a:xfrm>
            <a:off x="1801978" y="324618"/>
            <a:ext cx="1794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 dirty="0">
                <a:latin typeface="Arial Black" panose="020B0A04020102020204" pitchFamily="34" charset="0"/>
              </a:rPr>
              <a:t>Intranet</a:t>
            </a:r>
          </a:p>
        </p:txBody>
      </p:sp>
      <p:pic>
        <p:nvPicPr>
          <p:cNvPr id="3" name="Picture 2" descr="Tischplan generieren">
            <a:extLst>
              <a:ext uri="{FF2B5EF4-FFF2-40B4-BE49-F238E27FC236}">
                <a16:creationId xmlns:a16="http://schemas.microsoft.com/office/drawing/2014/main" id="{10382E32-EC36-82D7-6379-2C5EE513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769" y="688225"/>
            <a:ext cx="1090525" cy="81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41F7A16F-DEF0-1CA0-2502-C6F7D2380028}"/>
              </a:ext>
            </a:extLst>
          </p:cNvPr>
          <p:cNvSpPr/>
          <p:nvPr/>
        </p:nvSpPr>
        <p:spPr>
          <a:xfrm>
            <a:off x="3460780" y="1070545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DC8DB56-8CD8-15A9-C73C-A56CDCCCC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210" y="246816"/>
            <a:ext cx="2084960" cy="2430057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019B642C-AF01-7D23-5534-FFDCCA17E5B2}"/>
              </a:ext>
            </a:extLst>
          </p:cNvPr>
          <p:cNvSpPr/>
          <p:nvPr/>
        </p:nvSpPr>
        <p:spPr>
          <a:xfrm>
            <a:off x="6428554" y="1831501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1BA6FE6F-3585-F0F2-75FE-2C884F86D2E0}"/>
              </a:ext>
            </a:extLst>
          </p:cNvPr>
          <p:cNvSpPr/>
          <p:nvPr/>
        </p:nvSpPr>
        <p:spPr>
          <a:xfrm>
            <a:off x="3513624" y="2262046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BF519CB-D305-157B-928A-7912C49D3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616" y="1379434"/>
            <a:ext cx="2537683" cy="1037199"/>
          </a:xfrm>
          <a:prstGeom prst="rect">
            <a:avLst/>
          </a:prstGeom>
        </p:spPr>
      </p:pic>
      <p:sp>
        <p:nvSpPr>
          <p:cNvPr id="9" name="Rechteck: eine Ecke abgeschnitten 8">
            <a:extLst>
              <a:ext uri="{FF2B5EF4-FFF2-40B4-BE49-F238E27FC236}">
                <a16:creationId xmlns:a16="http://schemas.microsoft.com/office/drawing/2014/main" id="{C6B13666-7350-2F5A-5DE6-E0AE6D5E72D0}"/>
              </a:ext>
            </a:extLst>
          </p:cNvPr>
          <p:cNvSpPr/>
          <p:nvPr/>
        </p:nvSpPr>
        <p:spPr>
          <a:xfrm>
            <a:off x="2277405" y="1597528"/>
            <a:ext cx="843249" cy="819105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 Datei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A90CEA34-8B40-7908-FF0B-CC206CF50228}"/>
              </a:ext>
            </a:extLst>
          </p:cNvPr>
          <p:cNvSpPr/>
          <p:nvPr/>
        </p:nvSpPr>
        <p:spPr>
          <a:xfrm>
            <a:off x="3513624" y="1824200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470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02C8E4D-F861-A95F-06DF-623E7DAC4D75}"/>
              </a:ext>
            </a:extLst>
          </p:cNvPr>
          <p:cNvSpPr txBox="1"/>
          <p:nvPr/>
        </p:nvSpPr>
        <p:spPr>
          <a:xfrm>
            <a:off x="482612" y="88185"/>
            <a:ext cx="50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: XML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exist</a:t>
            </a:r>
            <a:endParaRPr lang="de-C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609D8DB-F123-FF6D-5938-301902638213}"/>
              </a:ext>
            </a:extLst>
          </p:cNvPr>
          <p:cNvSpPr txBox="1"/>
          <p:nvPr/>
        </p:nvSpPr>
        <p:spPr>
          <a:xfrm>
            <a:off x="299761" y="2885078"/>
            <a:ext cx="543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: XML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exists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but not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de-C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5607A82-9EB1-B094-C5E2-9CC85B49B2E4}"/>
              </a:ext>
            </a:extLst>
          </p:cNvPr>
          <p:cNvSpPr txBox="1"/>
          <p:nvPr/>
        </p:nvSpPr>
        <p:spPr>
          <a:xfrm>
            <a:off x="6679048" y="104638"/>
            <a:ext cx="543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: XML Layout (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exists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not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1135F1D-0FAB-6B1E-1D5C-7A58E5E0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0" y="412536"/>
            <a:ext cx="5283514" cy="242260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CEB7261-7846-5469-EB9C-4B6EB40E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7" y="3304345"/>
            <a:ext cx="5305347" cy="214778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8D20838-C856-56FC-68A6-18E4B0174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533" y="457517"/>
            <a:ext cx="6342857" cy="2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6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C546BC6-B7A5-EDC1-6D17-AAA23C2627DF}"/>
              </a:ext>
            </a:extLst>
          </p:cNvPr>
          <p:cNvSpPr/>
          <p:nvPr/>
        </p:nvSpPr>
        <p:spPr>
          <a:xfrm>
            <a:off x="4115953" y="632101"/>
            <a:ext cx="2942166" cy="3680257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3FD7549-3459-8A6D-702B-6E997DFA2D7E}"/>
              </a:ext>
            </a:extLst>
          </p:cNvPr>
          <p:cNvSpPr txBox="1"/>
          <p:nvPr/>
        </p:nvSpPr>
        <p:spPr>
          <a:xfrm>
            <a:off x="4144430" y="642699"/>
            <a:ext cx="2046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id_div_create_layout_page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cl_div_create_layout_page</a:t>
            </a:r>
            <a:endParaRPr lang="de-CH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22E4AE3-A19D-27D9-FCC2-444101EAB4CC}"/>
              </a:ext>
            </a:extLst>
          </p:cNvPr>
          <p:cNvSpPr/>
          <p:nvPr/>
        </p:nvSpPr>
        <p:spPr>
          <a:xfrm>
            <a:off x="4205176" y="1047364"/>
            <a:ext cx="2854722" cy="453109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B69FE9F-25FE-839E-DC68-FC114E0997CA}"/>
              </a:ext>
            </a:extLst>
          </p:cNvPr>
          <p:cNvSpPr txBox="1"/>
          <p:nvPr/>
        </p:nvSpPr>
        <p:spPr>
          <a:xfrm>
            <a:off x="4209471" y="1054756"/>
            <a:ext cx="226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id_div_create_layout_text_logo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cl_div_create_layout_text_logo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AACF964-D546-B641-5A30-A682FA35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84" y="960273"/>
            <a:ext cx="2595084" cy="5402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710EB088-1BA3-BD20-3766-8A2720B69FBE}"/>
              </a:ext>
            </a:extLst>
          </p:cNvPr>
          <p:cNvSpPr/>
          <p:nvPr/>
        </p:nvSpPr>
        <p:spPr>
          <a:xfrm>
            <a:off x="4205177" y="1623925"/>
            <a:ext cx="2854722" cy="585304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A93FC24-9668-816C-CFB8-0FC20E53B7E2}"/>
              </a:ext>
            </a:extLst>
          </p:cNvPr>
          <p:cNvSpPr txBox="1"/>
          <p:nvPr/>
        </p:nvSpPr>
        <p:spPr>
          <a:xfrm>
            <a:off x="4205176" y="1607915"/>
            <a:ext cx="1985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id_start_page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cl_start_page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A381056-60ED-FFEA-4E57-4E6929D1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897" y="970550"/>
            <a:ext cx="4010672" cy="1238679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F05A6732-2DD4-7795-C572-B49166190784}"/>
              </a:ext>
            </a:extLst>
          </p:cNvPr>
          <p:cNvSpPr/>
          <p:nvPr/>
        </p:nvSpPr>
        <p:spPr>
          <a:xfrm>
            <a:off x="4205176" y="2369127"/>
            <a:ext cx="2854722" cy="611264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7F93E76-8F6D-EE3A-A23C-7091D4F53F48}"/>
              </a:ext>
            </a:extLst>
          </p:cNvPr>
          <p:cNvSpPr txBox="1"/>
          <p:nvPr/>
        </p:nvSpPr>
        <p:spPr>
          <a:xfrm>
            <a:off x="4205175" y="2345232"/>
            <a:ext cx="1642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id_table_group_page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cl_table_group_page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A67C089-577A-471A-80F6-D9463EE7A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44" y="1687494"/>
            <a:ext cx="3318631" cy="1411657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79645116-80FB-5C11-796F-7610DCD59269}"/>
              </a:ext>
            </a:extLst>
          </p:cNvPr>
          <p:cNvSpPr/>
          <p:nvPr/>
        </p:nvSpPr>
        <p:spPr>
          <a:xfrm>
            <a:off x="4205177" y="3075709"/>
            <a:ext cx="2854722" cy="611264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A52303B-2341-BFD6-9977-7923057058C5}"/>
              </a:ext>
            </a:extLst>
          </p:cNvPr>
          <p:cNvSpPr txBox="1"/>
          <p:nvPr/>
        </p:nvSpPr>
        <p:spPr>
          <a:xfrm>
            <a:off x="4205176" y="3051814"/>
            <a:ext cx="119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id_table_page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cl_group_page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8CCC0CC-9A51-1CA5-F586-C8E5874C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058" y="2243264"/>
            <a:ext cx="4164590" cy="3329197"/>
          </a:xfrm>
          <a:prstGeom prst="rect">
            <a:avLst/>
          </a:prstGeom>
        </p:spPr>
      </p:pic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BBA0B9F-7B56-B8D7-78C2-3852A66A5D2E}"/>
              </a:ext>
            </a:extLst>
          </p:cNvPr>
          <p:cNvCxnSpPr>
            <a:cxnSpLocks/>
          </p:cNvCxnSpPr>
          <p:nvPr/>
        </p:nvCxnSpPr>
        <p:spPr>
          <a:xfrm>
            <a:off x="3709555" y="1230373"/>
            <a:ext cx="270163" cy="0"/>
          </a:xfrm>
          <a:prstGeom prst="line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E240E9-9997-77AB-43BA-13CFAEC5D590}"/>
              </a:ext>
            </a:extLst>
          </p:cNvPr>
          <p:cNvCxnSpPr>
            <a:cxnSpLocks/>
          </p:cNvCxnSpPr>
          <p:nvPr/>
        </p:nvCxnSpPr>
        <p:spPr>
          <a:xfrm>
            <a:off x="3822691" y="2668584"/>
            <a:ext cx="270163" cy="0"/>
          </a:xfrm>
          <a:prstGeom prst="line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047685B-80B7-BB52-FD9F-ED82135130FF}"/>
              </a:ext>
            </a:extLst>
          </p:cNvPr>
          <p:cNvCxnSpPr>
            <a:cxnSpLocks/>
          </p:cNvCxnSpPr>
          <p:nvPr/>
        </p:nvCxnSpPr>
        <p:spPr>
          <a:xfrm>
            <a:off x="7058119" y="3381341"/>
            <a:ext cx="270163" cy="0"/>
          </a:xfrm>
          <a:prstGeom prst="line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CCCEBB8-F031-85DC-6E0E-4135AC948612}"/>
              </a:ext>
            </a:extLst>
          </p:cNvPr>
          <p:cNvCxnSpPr>
            <a:cxnSpLocks/>
          </p:cNvCxnSpPr>
          <p:nvPr/>
        </p:nvCxnSpPr>
        <p:spPr>
          <a:xfrm>
            <a:off x="7058119" y="1916577"/>
            <a:ext cx="270163" cy="0"/>
          </a:xfrm>
          <a:prstGeom prst="line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03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2EC75F6-C922-49FF-AA31-2CDDC5624D0D}"/>
              </a:ext>
            </a:extLst>
          </p:cNvPr>
          <p:cNvSpPr/>
          <p:nvPr/>
        </p:nvSpPr>
        <p:spPr>
          <a:xfrm>
            <a:off x="539641" y="788096"/>
            <a:ext cx="5825691" cy="3579509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0EA7EE1-2787-F4BA-359F-DB45E87E5133}"/>
              </a:ext>
            </a:extLst>
          </p:cNvPr>
          <p:cNvSpPr txBox="1"/>
          <p:nvPr/>
        </p:nvSpPr>
        <p:spPr>
          <a:xfrm>
            <a:off x="539641" y="772087"/>
            <a:ext cx="4152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id_start_page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cl_start_page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A2CF185-8851-35C8-D012-4A8A89B5583D}"/>
              </a:ext>
            </a:extLst>
          </p:cNvPr>
          <p:cNvSpPr/>
          <p:nvPr/>
        </p:nvSpPr>
        <p:spPr>
          <a:xfrm>
            <a:off x="628866" y="1047671"/>
            <a:ext cx="5657633" cy="36932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46CAE9E-835D-BE81-E626-9FE7AD650F17}"/>
              </a:ext>
            </a:extLst>
          </p:cNvPr>
          <p:cNvSpPr txBox="1"/>
          <p:nvPr/>
        </p:nvSpPr>
        <p:spPr>
          <a:xfrm>
            <a:off x="628866" y="1051736"/>
            <a:ext cx="20951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cl_create_step_title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E85CD53-3734-DD63-C56A-9FED39A0C1C1}"/>
              </a:ext>
            </a:extLst>
          </p:cNvPr>
          <p:cNvSpPr/>
          <p:nvPr/>
        </p:nvSpPr>
        <p:spPr>
          <a:xfrm>
            <a:off x="628866" y="1526930"/>
            <a:ext cx="5657633" cy="58904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1DCFBD5-EB93-B6D3-E7EB-E3C4D7CB5E09}"/>
              </a:ext>
            </a:extLst>
          </p:cNvPr>
          <p:cNvSpPr txBox="1"/>
          <p:nvPr/>
        </p:nvSpPr>
        <p:spPr>
          <a:xfrm>
            <a:off x="628866" y="1530995"/>
            <a:ext cx="4063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id_div_create_layout_result_dir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cl_div_create_layout_result_dir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1A87DB0-21ED-8503-5832-C7F50BAB3F9B}"/>
              </a:ext>
            </a:extLst>
          </p:cNvPr>
          <p:cNvSpPr/>
          <p:nvPr/>
        </p:nvSpPr>
        <p:spPr>
          <a:xfrm>
            <a:off x="628866" y="2198904"/>
            <a:ext cx="5657633" cy="580985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F6CBAA7-584B-FD48-0998-36D297FAE10B}"/>
              </a:ext>
            </a:extLst>
          </p:cNvPr>
          <p:cNvSpPr txBox="1"/>
          <p:nvPr/>
        </p:nvSpPr>
        <p:spPr>
          <a:xfrm>
            <a:off x="628865" y="2199947"/>
            <a:ext cx="4063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id_div_create_new_xml_button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cl_div_create_new_xml_button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2E88BEC-2609-ADFF-CFE5-F9FAB8347908}"/>
              </a:ext>
            </a:extLst>
          </p:cNvPr>
          <p:cNvSpPr/>
          <p:nvPr/>
        </p:nvSpPr>
        <p:spPr>
          <a:xfrm>
            <a:off x="623669" y="2898927"/>
            <a:ext cx="5657633" cy="1179186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2C0978B-0881-796D-BEB3-674748B3E3EA}"/>
              </a:ext>
            </a:extLst>
          </p:cNvPr>
          <p:cNvSpPr txBox="1"/>
          <p:nvPr/>
        </p:nvSpPr>
        <p:spPr>
          <a:xfrm>
            <a:off x="623669" y="2902992"/>
            <a:ext cx="546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id_div_select_layout_elements_container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cl_div_select_layout_elements_container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5121431-3682-CA3B-E24D-297815425502}"/>
              </a:ext>
            </a:extLst>
          </p:cNvPr>
          <p:cNvSpPr/>
          <p:nvPr/>
        </p:nvSpPr>
        <p:spPr>
          <a:xfrm>
            <a:off x="791727" y="3203446"/>
            <a:ext cx="5388723" cy="608981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7FF6044-95DC-F2A3-8D42-E2A604D7C704}"/>
              </a:ext>
            </a:extLst>
          </p:cNvPr>
          <p:cNvSpPr txBox="1"/>
          <p:nvPr/>
        </p:nvSpPr>
        <p:spPr>
          <a:xfrm>
            <a:off x="791727" y="3207511"/>
            <a:ext cx="4969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id_div_select_element_dropdown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cl_div_select_element_dropdown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AB3C85F-5E4E-EA2A-91E7-A6B09F5C2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11" y="1103780"/>
            <a:ext cx="2657143" cy="21904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A1B6D96-A1E5-AA84-4A8A-D30482F3C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05" y="1738081"/>
            <a:ext cx="4704762" cy="30476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7900609-59A2-696F-B121-758D6EAD2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421" y="2500241"/>
            <a:ext cx="4333333" cy="19047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0F995EA-758A-2BA4-0EF8-E85B98F16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962" y="3505717"/>
            <a:ext cx="3371429" cy="276190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86FB8C02-65C6-F3AE-46B4-4253AA872C7C}"/>
              </a:ext>
            </a:extLst>
          </p:cNvPr>
          <p:cNvSpPr txBox="1"/>
          <p:nvPr/>
        </p:nvSpPr>
        <p:spPr>
          <a:xfrm>
            <a:off x="6752291" y="2935500"/>
            <a:ext cx="3104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displaySelectContainer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hideSelectContainer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F7B9445-0D2A-507A-5BE8-50FA2D9E329A}"/>
              </a:ext>
            </a:extLst>
          </p:cNvPr>
          <p:cNvCxnSpPr>
            <a:cxnSpLocks/>
          </p:cNvCxnSpPr>
          <p:nvPr/>
        </p:nvCxnSpPr>
        <p:spPr>
          <a:xfrm>
            <a:off x="5938654" y="3058611"/>
            <a:ext cx="813637" cy="0"/>
          </a:xfrm>
          <a:prstGeom prst="line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2F2956D1-D210-4657-CB82-5750DBB84372}"/>
              </a:ext>
            </a:extLst>
          </p:cNvPr>
          <p:cNvSpPr txBox="1"/>
          <p:nvPr/>
        </p:nvSpPr>
        <p:spPr>
          <a:xfrm>
            <a:off x="6786520" y="3388259"/>
            <a:ext cx="3785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displayCreateNewXmlButton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hideCreateNewXmlButton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4AC138B-DC8C-508C-11CB-E7B7F4063FB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994557" y="3505717"/>
            <a:ext cx="791963" cy="5653"/>
          </a:xfrm>
          <a:prstGeom prst="line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49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023A741-6C8E-9020-91EC-3F45B0DED0A6}"/>
              </a:ext>
            </a:extLst>
          </p:cNvPr>
          <p:cNvSpPr/>
          <p:nvPr/>
        </p:nvSpPr>
        <p:spPr>
          <a:xfrm>
            <a:off x="364066" y="963723"/>
            <a:ext cx="6004140" cy="388249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6CD7539-C69E-A460-D37D-2218C7759F15}"/>
              </a:ext>
            </a:extLst>
          </p:cNvPr>
          <p:cNvSpPr/>
          <p:nvPr/>
        </p:nvSpPr>
        <p:spPr>
          <a:xfrm>
            <a:off x="364066" y="142841"/>
            <a:ext cx="6004140" cy="8208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F86FA0-4A54-9D1A-FEC2-2BD3F85B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643" y="251998"/>
            <a:ext cx="2485596" cy="3012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CE3F2E0-EE11-CDC1-1E7F-370DCDF8B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723" y="224315"/>
            <a:ext cx="695238" cy="3047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EF91E4C-C01C-6A7A-9B42-A7CF5EA77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294" y="610551"/>
            <a:ext cx="666667" cy="26666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97BBD09-D1C1-334C-F47D-DE129CC0108F}"/>
              </a:ext>
            </a:extLst>
          </p:cNvPr>
          <p:cNvSpPr txBox="1"/>
          <p:nvPr/>
        </p:nvSpPr>
        <p:spPr>
          <a:xfrm>
            <a:off x="2250992" y="507886"/>
            <a:ext cx="248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 Erstellen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533B003-5219-3675-C257-90FAC14D1E24}"/>
              </a:ext>
            </a:extLst>
          </p:cNvPr>
          <p:cNvSpPr txBox="1"/>
          <p:nvPr/>
        </p:nvSpPr>
        <p:spPr>
          <a:xfrm>
            <a:off x="479480" y="1034945"/>
            <a:ext cx="4693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Name des Layouts (Lokal + Sitzplan)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1A0A4E7A-5D3B-AE6A-E433-57AB563FA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36" y="1508294"/>
            <a:ext cx="2438095" cy="285714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DB6957EA-A1D8-B703-874A-75A268165FFB}"/>
              </a:ext>
            </a:extLst>
          </p:cNvPr>
          <p:cNvSpPr txBox="1"/>
          <p:nvPr/>
        </p:nvSpPr>
        <p:spPr>
          <a:xfrm>
            <a:off x="3147831" y="1496027"/>
            <a:ext cx="3025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Auch Server Ordner Name) 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B5F6AD4-4FB6-8E8B-C33E-0302B59A9406}"/>
              </a:ext>
            </a:extLst>
          </p:cNvPr>
          <p:cNvCxnSpPr>
            <a:cxnSpLocks/>
          </p:cNvCxnSpPr>
          <p:nvPr/>
        </p:nvCxnSpPr>
        <p:spPr>
          <a:xfrm>
            <a:off x="364065" y="1964185"/>
            <a:ext cx="6004141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1E1676B4-E272-5411-40EF-03A75E246D4F}"/>
              </a:ext>
            </a:extLst>
          </p:cNvPr>
          <p:cNvSpPr txBox="1"/>
          <p:nvPr/>
        </p:nvSpPr>
        <p:spPr>
          <a:xfrm>
            <a:off x="447207" y="2004102"/>
            <a:ext cx="400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Start XML Datei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5E5BB7F-7FC3-83A8-B244-8E794E77252C}"/>
              </a:ext>
            </a:extLst>
          </p:cNvPr>
          <p:cNvSpPr/>
          <p:nvPr/>
        </p:nvSpPr>
        <p:spPr>
          <a:xfrm>
            <a:off x="1177057" y="2413350"/>
            <a:ext cx="2189155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161A654-92EB-C99C-EAB0-EE038D4697B6}"/>
              </a:ext>
            </a:extLst>
          </p:cNvPr>
          <p:cNvSpPr txBox="1"/>
          <p:nvPr/>
        </p:nvSpPr>
        <p:spPr>
          <a:xfrm>
            <a:off x="479480" y="2363467"/>
            <a:ext cx="73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538CC07-8227-3A82-C808-63CDDBFC6355}"/>
              </a:ext>
            </a:extLst>
          </p:cNvPr>
          <p:cNvSpPr txBox="1"/>
          <p:nvPr/>
        </p:nvSpPr>
        <p:spPr>
          <a:xfrm>
            <a:off x="1128107" y="2403727"/>
            <a:ext cx="2489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Spagi_76_Chairs_V3.xml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D23A5A1-5E6B-08EC-9D73-DF3BAA0F561A}"/>
              </a:ext>
            </a:extLst>
          </p:cNvPr>
          <p:cNvSpPr/>
          <p:nvPr/>
        </p:nvSpPr>
        <p:spPr>
          <a:xfrm>
            <a:off x="3454514" y="2413350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Upload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B095F80-A35A-D5EB-8EE3-B25E3DCEA757}"/>
              </a:ext>
            </a:extLst>
          </p:cNvPr>
          <p:cNvSpPr/>
          <p:nvPr/>
        </p:nvSpPr>
        <p:spPr>
          <a:xfrm>
            <a:off x="4949067" y="2403484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8170A12-E6D0-96CC-2E75-77E28C4006C6}"/>
              </a:ext>
            </a:extLst>
          </p:cNvPr>
          <p:cNvCxnSpPr>
            <a:cxnSpLocks/>
          </p:cNvCxnSpPr>
          <p:nvPr/>
        </p:nvCxnSpPr>
        <p:spPr>
          <a:xfrm>
            <a:off x="364065" y="3357351"/>
            <a:ext cx="6004141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40016B5F-2F4F-8108-5974-6F5277EEF65E}"/>
              </a:ext>
            </a:extLst>
          </p:cNvPr>
          <p:cNvSpPr txBox="1"/>
          <p:nvPr/>
        </p:nvSpPr>
        <p:spPr>
          <a:xfrm>
            <a:off x="396941" y="3397368"/>
            <a:ext cx="526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Form des Lokals und Elemente des Layouts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E517F27-D5AF-C108-1A07-673720DC53DD}"/>
              </a:ext>
            </a:extLst>
          </p:cNvPr>
          <p:cNvSpPr/>
          <p:nvPr/>
        </p:nvSpPr>
        <p:spPr>
          <a:xfrm>
            <a:off x="3984542" y="3806716"/>
            <a:ext cx="2238579" cy="3155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94B46DE3-1385-45D5-7AA9-0C12807AA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1988" y="3820328"/>
            <a:ext cx="340826" cy="288390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2FE4F9C8-4A67-91F9-7B92-87E36821512B}"/>
              </a:ext>
            </a:extLst>
          </p:cNvPr>
          <p:cNvSpPr txBox="1"/>
          <p:nvPr/>
        </p:nvSpPr>
        <p:spPr>
          <a:xfrm>
            <a:off x="3953515" y="3803639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Element Typ wählen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096F6C1-0269-C73D-4604-A0CC7EE4537A}"/>
              </a:ext>
            </a:extLst>
          </p:cNvPr>
          <p:cNvSpPr/>
          <p:nvPr/>
        </p:nvSpPr>
        <p:spPr>
          <a:xfrm>
            <a:off x="4000981" y="5705817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38613C-3AA4-7105-6B33-F7E45169E418}"/>
              </a:ext>
            </a:extLst>
          </p:cNvPr>
          <p:cNvSpPr/>
          <p:nvPr/>
        </p:nvSpPr>
        <p:spPr>
          <a:xfrm>
            <a:off x="4000980" y="4440063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63625F0-EE10-4CD4-461A-CD4819E25085}"/>
              </a:ext>
            </a:extLst>
          </p:cNvPr>
          <p:cNvSpPr/>
          <p:nvPr/>
        </p:nvSpPr>
        <p:spPr>
          <a:xfrm>
            <a:off x="4000980" y="4770241"/>
            <a:ext cx="2010364" cy="2892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C84F39F-BD8E-67FB-B5BF-BA31E021AC7F}"/>
              </a:ext>
            </a:extLst>
          </p:cNvPr>
          <p:cNvSpPr txBox="1"/>
          <p:nvPr/>
        </p:nvSpPr>
        <p:spPr>
          <a:xfrm>
            <a:off x="3986102" y="5687310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Reihe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7E446C7-2BAE-0A63-58E0-F821786C1BA0}"/>
              </a:ext>
            </a:extLst>
          </p:cNvPr>
          <p:cNvSpPr txBox="1"/>
          <p:nvPr/>
        </p:nvSpPr>
        <p:spPr>
          <a:xfrm>
            <a:off x="3984542" y="4770241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Wand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2D2F570-4DE2-EF76-6E01-B038B4976031}"/>
              </a:ext>
            </a:extLst>
          </p:cNvPr>
          <p:cNvSpPr txBox="1"/>
          <p:nvPr/>
        </p:nvSpPr>
        <p:spPr>
          <a:xfrm>
            <a:off x="3958668" y="4131315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Bühne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AC4BEFE-B0F9-0761-17C2-70B1F209EEB1}"/>
              </a:ext>
            </a:extLst>
          </p:cNvPr>
          <p:cNvSpPr/>
          <p:nvPr/>
        </p:nvSpPr>
        <p:spPr>
          <a:xfrm>
            <a:off x="4000980" y="5090974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1D6F50E-A3CF-7A6E-F713-EAB810008EA9}"/>
              </a:ext>
            </a:extLst>
          </p:cNvPr>
          <p:cNvSpPr txBox="1"/>
          <p:nvPr/>
        </p:nvSpPr>
        <p:spPr>
          <a:xfrm>
            <a:off x="3986102" y="5090335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Kasse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71A5B7B-CA26-AB39-4EE6-28AD10DBE70A}"/>
              </a:ext>
            </a:extLst>
          </p:cNvPr>
          <p:cNvSpPr/>
          <p:nvPr/>
        </p:nvSpPr>
        <p:spPr>
          <a:xfrm>
            <a:off x="4015858" y="5391372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03DF189-0E74-78FE-D210-394B951467A5}"/>
              </a:ext>
            </a:extLst>
          </p:cNvPr>
          <p:cNvSpPr txBox="1"/>
          <p:nvPr/>
        </p:nvSpPr>
        <p:spPr>
          <a:xfrm>
            <a:off x="4000980" y="5390733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Tür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D4FC35B-D361-F758-2D50-B31C2DDE6FCB}"/>
              </a:ext>
            </a:extLst>
          </p:cNvPr>
          <p:cNvSpPr/>
          <p:nvPr/>
        </p:nvSpPr>
        <p:spPr>
          <a:xfrm>
            <a:off x="3986102" y="4133867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EFE5772-F9BF-87FB-2377-742A7882E4E6}"/>
              </a:ext>
            </a:extLst>
          </p:cNvPr>
          <p:cNvSpPr txBox="1"/>
          <p:nvPr/>
        </p:nvSpPr>
        <p:spPr>
          <a:xfrm>
            <a:off x="3984542" y="4442740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C56E263C-A603-761D-5EBF-494AAB4BE2A2}"/>
              </a:ext>
            </a:extLst>
          </p:cNvPr>
          <p:cNvSpPr/>
          <p:nvPr/>
        </p:nvSpPr>
        <p:spPr>
          <a:xfrm>
            <a:off x="3990695" y="6021265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4849C9F-D82B-FF2F-F400-B2FF1E8B061A}"/>
              </a:ext>
            </a:extLst>
          </p:cNvPr>
          <p:cNvSpPr txBox="1"/>
          <p:nvPr/>
        </p:nvSpPr>
        <p:spPr>
          <a:xfrm>
            <a:off x="3975816" y="6002758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Sponsoren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E9A0D36-F3FE-5441-F99D-CF9ECC32E431}"/>
              </a:ext>
            </a:extLst>
          </p:cNvPr>
          <p:cNvSpPr/>
          <p:nvPr/>
        </p:nvSpPr>
        <p:spPr>
          <a:xfrm>
            <a:off x="3999421" y="6344387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99D0F19-F996-FC51-82BF-922546B31BA7}"/>
              </a:ext>
            </a:extLst>
          </p:cNvPr>
          <p:cNvSpPr txBox="1"/>
          <p:nvPr/>
        </p:nvSpPr>
        <p:spPr>
          <a:xfrm>
            <a:off x="3984542" y="6325880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Veranstalter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8A6F688-43D4-8624-12B7-4B604BF5A5FD}"/>
              </a:ext>
            </a:extLst>
          </p:cNvPr>
          <p:cNvSpPr/>
          <p:nvPr/>
        </p:nvSpPr>
        <p:spPr>
          <a:xfrm>
            <a:off x="2180370" y="4223302"/>
            <a:ext cx="807337" cy="23593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C4CE4B8F-F55D-3BB8-7085-7213BAD31175}"/>
              </a:ext>
            </a:extLst>
          </p:cNvPr>
          <p:cNvSpPr txBox="1"/>
          <p:nvPr/>
        </p:nvSpPr>
        <p:spPr>
          <a:xfrm>
            <a:off x="431571" y="3813871"/>
            <a:ext cx="2421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Breite des Lokals            8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1CA4D82-0E09-69E2-1846-977AAECF9691}"/>
              </a:ext>
            </a:extLst>
          </p:cNvPr>
          <p:cNvSpPr txBox="1"/>
          <p:nvPr/>
        </p:nvSpPr>
        <p:spPr>
          <a:xfrm>
            <a:off x="431572" y="4163718"/>
            <a:ext cx="2421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Länge des Lokals          14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7F54C21-560E-518E-62A3-E54AF8355DF0}"/>
              </a:ext>
            </a:extLst>
          </p:cNvPr>
          <p:cNvSpPr/>
          <p:nvPr/>
        </p:nvSpPr>
        <p:spPr>
          <a:xfrm>
            <a:off x="2184968" y="3855941"/>
            <a:ext cx="807337" cy="26570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F6910EE-E247-07F1-B9FC-54949A6254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532" y="995691"/>
            <a:ext cx="5499353" cy="222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1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4B8FEE-19F2-9552-B031-8901C0EA71FE}"/>
              </a:ext>
            </a:extLst>
          </p:cNvPr>
          <p:cNvSpPr/>
          <p:nvPr/>
        </p:nvSpPr>
        <p:spPr>
          <a:xfrm>
            <a:off x="3640427" y="177801"/>
            <a:ext cx="6004140" cy="6409266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8BADA7-12C0-52CA-D6CB-59B5F9C96230}"/>
              </a:ext>
            </a:extLst>
          </p:cNvPr>
          <p:cNvSpPr txBox="1"/>
          <p:nvPr/>
        </p:nvSpPr>
        <p:spPr>
          <a:xfrm>
            <a:off x="3709841" y="177801"/>
            <a:ext cx="115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Bühne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3499332-D0B5-6908-99E1-85DEA2840D2C}"/>
              </a:ext>
            </a:extLst>
          </p:cNvPr>
          <p:cNvSpPr/>
          <p:nvPr/>
        </p:nvSpPr>
        <p:spPr>
          <a:xfrm>
            <a:off x="4625975" y="757479"/>
            <a:ext cx="4004733" cy="368117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65A0F7-A6E6-7FD4-5889-29C2C2B33D82}"/>
              </a:ext>
            </a:extLst>
          </p:cNvPr>
          <p:cNvSpPr/>
          <p:nvPr/>
        </p:nvSpPr>
        <p:spPr>
          <a:xfrm>
            <a:off x="7853082" y="6222153"/>
            <a:ext cx="1599292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Übernehmen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885B06-3C00-CE0D-2B8C-7E5767F43616}"/>
              </a:ext>
            </a:extLst>
          </p:cNvPr>
          <p:cNvSpPr/>
          <p:nvPr/>
        </p:nvSpPr>
        <p:spPr>
          <a:xfrm>
            <a:off x="5945306" y="6222153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Abbrechen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A19AC8E-83F4-D0FC-EA25-6163AC8FD034}"/>
              </a:ext>
            </a:extLst>
          </p:cNvPr>
          <p:cNvSpPr/>
          <p:nvPr/>
        </p:nvSpPr>
        <p:spPr>
          <a:xfrm>
            <a:off x="5516354" y="970153"/>
            <a:ext cx="2010364" cy="2892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 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C935ED2-0251-6AB0-8DA9-6DE36B3F30E8}"/>
              </a:ext>
            </a:extLst>
          </p:cNvPr>
          <p:cNvSpPr/>
          <p:nvPr/>
        </p:nvSpPr>
        <p:spPr>
          <a:xfrm rot="16200000">
            <a:off x="3883260" y="2575268"/>
            <a:ext cx="2010364" cy="2892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 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FEC1BDB-3C73-42D8-1C64-4051CCAFD162}"/>
              </a:ext>
            </a:extLst>
          </p:cNvPr>
          <p:cNvSpPr/>
          <p:nvPr/>
        </p:nvSpPr>
        <p:spPr>
          <a:xfrm rot="16200000">
            <a:off x="7378935" y="2575267"/>
            <a:ext cx="2010364" cy="2892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 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6BAFC47-B56C-7AD0-9DFE-8DEC86694BBE}"/>
              </a:ext>
            </a:extLst>
          </p:cNvPr>
          <p:cNvSpPr/>
          <p:nvPr/>
        </p:nvSpPr>
        <p:spPr>
          <a:xfrm>
            <a:off x="5447411" y="3931809"/>
            <a:ext cx="2010364" cy="2892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 4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3626543-2C44-527D-CE90-3A916BB95AA4}"/>
              </a:ext>
            </a:extLst>
          </p:cNvPr>
          <p:cNvSpPr/>
          <p:nvPr/>
        </p:nvSpPr>
        <p:spPr>
          <a:xfrm>
            <a:off x="5499916" y="1717811"/>
            <a:ext cx="2238579" cy="3155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CC58346-E9EF-8021-AD0D-2D900C087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362" y="1731423"/>
            <a:ext cx="340826" cy="28839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769C161-EFD4-E1C0-FBEB-9B8F78E35235}"/>
              </a:ext>
            </a:extLst>
          </p:cNvPr>
          <p:cNvSpPr txBox="1"/>
          <p:nvPr/>
        </p:nvSpPr>
        <p:spPr>
          <a:xfrm>
            <a:off x="5468889" y="1714734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Position wählen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A637AE-FBEA-8A1D-7C87-1D23E901C7AD}"/>
              </a:ext>
            </a:extLst>
          </p:cNvPr>
          <p:cNvSpPr/>
          <p:nvPr/>
        </p:nvSpPr>
        <p:spPr>
          <a:xfrm>
            <a:off x="5516354" y="2351158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FDB0ED1-DF48-929D-2B0C-490BD7C6C5F1}"/>
              </a:ext>
            </a:extLst>
          </p:cNvPr>
          <p:cNvSpPr/>
          <p:nvPr/>
        </p:nvSpPr>
        <p:spPr>
          <a:xfrm>
            <a:off x="5516354" y="2681336"/>
            <a:ext cx="2010364" cy="2892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A424BA5-A3DD-285E-E60B-58F08EC7860D}"/>
              </a:ext>
            </a:extLst>
          </p:cNvPr>
          <p:cNvSpPr txBox="1"/>
          <p:nvPr/>
        </p:nvSpPr>
        <p:spPr>
          <a:xfrm>
            <a:off x="5499916" y="2681336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Position 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E6747F7-B92D-D01A-6571-D6E0D4E25DC9}"/>
              </a:ext>
            </a:extLst>
          </p:cNvPr>
          <p:cNvSpPr txBox="1"/>
          <p:nvPr/>
        </p:nvSpPr>
        <p:spPr>
          <a:xfrm>
            <a:off x="5474042" y="2042410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Position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E69F685-A589-0241-9938-17AFA4102E31}"/>
              </a:ext>
            </a:extLst>
          </p:cNvPr>
          <p:cNvSpPr/>
          <p:nvPr/>
        </p:nvSpPr>
        <p:spPr>
          <a:xfrm>
            <a:off x="5516354" y="3002069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F71C7E3-6233-B8D1-04E4-B64BD79A06A7}"/>
              </a:ext>
            </a:extLst>
          </p:cNvPr>
          <p:cNvSpPr txBox="1"/>
          <p:nvPr/>
        </p:nvSpPr>
        <p:spPr>
          <a:xfrm>
            <a:off x="5501476" y="3001430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Position 4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6FB3945-7537-F9A9-7506-F3A3741F1BA6}"/>
              </a:ext>
            </a:extLst>
          </p:cNvPr>
          <p:cNvSpPr/>
          <p:nvPr/>
        </p:nvSpPr>
        <p:spPr>
          <a:xfrm>
            <a:off x="5501476" y="2044962"/>
            <a:ext cx="2010364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9FB38A-810B-4751-FF14-9E0E802F2500}"/>
              </a:ext>
            </a:extLst>
          </p:cNvPr>
          <p:cNvSpPr txBox="1"/>
          <p:nvPr/>
        </p:nvSpPr>
        <p:spPr>
          <a:xfrm>
            <a:off x="5499916" y="2353835"/>
            <a:ext cx="220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Position 2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14A0925-BE4D-4B63-5B77-F5F73664150C}"/>
              </a:ext>
            </a:extLst>
          </p:cNvPr>
          <p:cNvSpPr/>
          <p:nvPr/>
        </p:nvSpPr>
        <p:spPr>
          <a:xfrm>
            <a:off x="5369160" y="4845600"/>
            <a:ext cx="2010364" cy="5610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Bühne</a:t>
            </a:r>
          </a:p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hochladen</a:t>
            </a:r>
          </a:p>
        </p:txBody>
      </p:sp>
    </p:spTree>
    <p:extLst>
      <p:ext uri="{BB962C8B-B14F-4D97-AF65-F5344CB8AC3E}">
        <p14:creationId xmlns:p14="http://schemas.microsoft.com/office/powerpoint/2010/main" val="361339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9AF6CC0-8245-CEC5-0E28-4669D06C66CC}"/>
              </a:ext>
            </a:extLst>
          </p:cNvPr>
          <p:cNvSpPr/>
          <p:nvPr/>
        </p:nvSpPr>
        <p:spPr>
          <a:xfrm>
            <a:off x="91860" y="349251"/>
            <a:ext cx="6004140" cy="6409266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E02FADC-940A-BD56-FAF3-C8F32F74AA25}"/>
              </a:ext>
            </a:extLst>
          </p:cNvPr>
          <p:cNvSpPr txBox="1"/>
          <p:nvPr/>
        </p:nvSpPr>
        <p:spPr>
          <a:xfrm>
            <a:off x="161274" y="349251"/>
            <a:ext cx="197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Tisch-Gruppen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0AB944E-5645-C52A-2365-887BF4E16813}"/>
              </a:ext>
            </a:extLst>
          </p:cNvPr>
          <p:cNvSpPr/>
          <p:nvPr/>
        </p:nvSpPr>
        <p:spPr>
          <a:xfrm>
            <a:off x="4304515" y="6393603"/>
            <a:ext cx="1599292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Speichern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EF0D307-E03B-AD92-AFF3-E5B6D22CB027}"/>
              </a:ext>
            </a:extLst>
          </p:cNvPr>
          <p:cNvSpPr/>
          <p:nvPr/>
        </p:nvSpPr>
        <p:spPr>
          <a:xfrm>
            <a:off x="2604323" y="6387837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2C757EF-5453-26C6-17DC-22CEEA50A0B4}"/>
              </a:ext>
            </a:extLst>
          </p:cNvPr>
          <p:cNvSpPr/>
          <p:nvPr/>
        </p:nvSpPr>
        <p:spPr>
          <a:xfrm>
            <a:off x="192302" y="1775623"/>
            <a:ext cx="2640092" cy="3155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43328EF-D5CA-0062-A986-C4F63A8F6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616" y="1789235"/>
            <a:ext cx="340826" cy="28839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6C5F1B6-2507-9BF7-06FE-D41FA949E398}"/>
              </a:ext>
            </a:extLst>
          </p:cNvPr>
          <p:cNvSpPr txBox="1"/>
          <p:nvPr/>
        </p:nvSpPr>
        <p:spPr>
          <a:xfrm>
            <a:off x="161274" y="1772546"/>
            <a:ext cx="157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Tisch wählen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24F864D-E7E5-597F-5585-916B3135F67B}"/>
              </a:ext>
            </a:extLst>
          </p:cNvPr>
          <p:cNvSpPr/>
          <p:nvPr/>
        </p:nvSpPr>
        <p:spPr>
          <a:xfrm>
            <a:off x="208474" y="1062043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FB91AB2-13BA-A925-727B-474CA7010E5B}"/>
              </a:ext>
            </a:extLst>
          </p:cNvPr>
          <p:cNvSpPr/>
          <p:nvPr/>
        </p:nvSpPr>
        <p:spPr>
          <a:xfrm>
            <a:off x="3041215" y="1062043"/>
            <a:ext cx="2932006" cy="100061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B4A5F7F-EB69-ECBF-AC4A-95E1B32EB19C}"/>
              </a:ext>
            </a:extLst>
          </p:cNvPr>
          <p:cNvSpPr/>
          <p:nvPr/>
        </p:nvSpPr>
        <p:spPr>
          <a:xfrm>
            <a:off x="5078042" y="1122455"/>
            <a:ext cx="316906" cy="7910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589595-92A6-5363-4CE3-5FD839E0D476}"/>
              </a:ext>
            </a:extLst>
          </p:cNvPr>
          <p:cNvSpPr/>
          <p:nvPr/>
        </p:nvSpPr>
        <p:spPr>
          <a:xfrm>
            <a:off x="208474" y="1422516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AB58D1C-1E4C-7595-465E-B022CD9851AE}"/>
              </a:ext>
            </a:extLst>
          </p:cNvPr>
          <p:cNvSpPr/>
          <p:nvPr/>
        </p:nvSpPr>
        <p:spPr>
          <a:xfrm>
            <a:off x="5553881" y="1122454"/>
            <a:ext cx="316906" cy="9079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82EB42A-3F6E-D8F2-9ADD-88554B3BBBCE}"/>
              </a:ext>
            </a:extLst>
          </p:cNvPr>
          <p:cNvSpPr/>
          <p:nvPr/>
        </p:nvSpPr>
        <p:spPr>
          <a:xfrm>
            <a:off x="4680109" y="1122454"/>
            <a:ext cx="316906" cy="7910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FF61559-5171-AC2E-B462-D00AB469988A}"/>
              </a:ext>
            </a:extLst>
          </p:cNvPr>
          <p:cNvSpPr/>
          <p:nvPr/>
        </p:nvSpPr>
        <p:spPr>
          <a:xfrm>
            <a:off x="216022" y="2908381"/>
            <a:ext cx="2640092" cy="3155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F2D8F57-327A-46BA-F243-F427C1E72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336" y="2921993"/>
            <a:ext cx="340826" cy="28839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CC3150A7-91F2-AF22-9034-BA3351970258}"/>
              </a:ext>
            </a:extLst>
          </p:cNvPr>
          <p:cNvSpPr txBox="1"/>
          <p:nvPr/>
        </p:nvSpPr>
        <p:spPr>
          <a:xfrm>
            <a:off x="184994" y="2905304"/>
            <a:ext cx="157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Tisch wählen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F09E850-BDBF-1925-502F-E71A5ACC04AF}"/>
              </a:ext>
            </a:extLst>
          </p:cNvPr>
          <p:cNvSpPr/>
          <p:nvPr/>
        </p:nvSpPr>
        <p:spPr>
          <a:xfrm>
            <a:off x="232194" y="2194801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3D48DC2-5B15-E2C2-93B0-FD07BEAFF31B}"/>
              </a:ext>
            </a:extLst>
          </p:cNvPr>
          <p:cNvSpPr/>
          <p:nvPr/>
        </p:nvSpPr>
        <p:spPr>
          <a:xfrm>
            <a:off x="3064935" y="2194801"/>
            <a:ext cx="2932006" cy="100061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FB3E4E9-2B35-8C61-CAB8-1E91BC22022C}"/>
              </a:ext>
            </a:extLst>
          </p:cNvPr>
          <p:cNvSpPr/>
          <p:nvPr/>
        </p:nvSpPr>
        <p:spPr>
          <a:xfrm>
            <a:off x="5101762" y="2255213"/>
            <a:ext cx="316906" cy="5202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F9B4787-A6CB-A9E9-2200-F08757D58E09}"/>
              </a:ext>
            </a:extLst>
          </p:cNvPr>
          <p:cNvSpPr/>
          <p:nvPr/>
        </p:nvSpPr>
        <p:spPr>
          <a:xfrm>
            <a:off x="232194" y="2555274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351882E-CC70-B747-617E-C3930C54DD37}"/>
              </a:ext>
            </a:extLst>
          </p:cNvPr>
          <p:cNvSpPr/>
          <p:nvPr/>
        </p:nvSpPr>
        <p:spPr>
          <a:xfrm>
            <a:off x="4703829" y="2255212"/>
            <a:ext cx="316906" cy="5202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F82F907-F44F-7671-C070-E1D552E62E64}"/>
              </a:ext>
            </a:extLst>
          </p:cNvPr>
          <p:cNvSpPr/>
          <p:nvPr/>
        </p:nvSpPr>
        <p:spPr>
          <a:xfrm>
            <a:off x="223330" y="4057815"/>
            <a:ext cx="2640092" cy="3155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0087CE31-B0C4-79C6-B53A-64C551EE3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644" y="4071427"/>
            <a:ext cx="340826" cy="28839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636F812C-BCE2-EA5A-DAD2-C81208FC8565}"/>
              </a:ext>
            </a:extLst>
          </p:cNvPr>
          <p:cNvSpPr txBox="1"/>
          <p:nvPr/>
        </p:nvSpPr>
        <p:spPr>
          <a:xfrm>
            <a:off x="192302" y="4054738"/>
            <a:ext cx="157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Tisch wählen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310CD8A-9D9B-060D-1ED5-2AA3887F6914}"/>
              </a:ext>
            </a:extLst>
          </p:cNvPr>
          <p:cNvSpPr/>
          <p:nvPr/>
        </p:nvSpPr>
        <p:spPr>
          <a:xfrm>
            <a:off x="239502" y="3344235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C21AD55-FFBB-BAF4-A344-76208C6A4E2C}"/>
              </a:ext>
            </a:extLst>
          </p:cNvPr>
          <p:cNvSpPr/>
          <p:nvPr/>
        </p:nvSpPr>
        <p:spPr>
          <a:xfrm>
            <a:off x="3072243" y="3344235"/>
            <a:ext cx="2932006" cy="100061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ACDEF5E-7CEF-DBDD-287D-66BF2663E38C}"/>
              </a:ext>
            </a:extLst>
          </p:cNvPr>
          <p:cNvSpPr/>
          <p:nvPr/>
        </p:nvSpPr>
        <p:spPr>
          <a:xfrm>
            <a:off x="239502" y="3704708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CF30F41-AD3D-3857-92E8-F288C79CF487}"/>
              </a:ext>
            </a:extLst>
          </p:cNvPr>
          <p:cNvSpPr/>
          <p:nvPr/>
        </p:nvSpPr>
        <p:spPr>
          <a:xfrm>
            <a:off x="5584909" y="3404646"/>
            <a:ext cx="316906" cy="6667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1EEBF33-D5D2-1BD6-D5E8-9A9A03D49370}"/>
              </a:ext>
            </a:extLst>
          </p:cNvPr>
          <p:cNvSpPr/>
          <p:nvPr/>
        </p:nvSpPr>
        <p:spPr>
          <a:xfrm>
            <a:off x="4616070" y="3394982"/>
            <a:ext cx="316906" cy="7910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C576BFF-E822-7264-E79A-1982FFDE0F4B}"/>
              </a:ext>
            </a:extLst>
          </p:cNvPr>
          <p:cNvSpPr/>
          <p:nvPr/>
        </p:nvSpPr>
        <p:spPr>
          <a:xfrm>
            <a:off x="5078042" y="3401438"/>
            <a:ext cx="316906" cy="7910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EC93D6C-12C5-B298-095A-D4B080D361E3}"/>
              </a:ext>
            </a:extLst>
          </p:cNvPr>
          <p:cNvSpPr/>
          <p:nvPr/>
        </p:nvSpPr>
        <p:spPr>
          <a:xfrm>
            <a:off x="216022" y="5239554"/>
            <a:ext cx="2640092" cy="3155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CD0C2C5C-189A-7E14-43E8-DD06BCA94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336" y="5253166"/>
            <a:ext cx="340826" cy="288390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8EA58451-C81E-76E3-EDBE-8D4956B671C3}"/>
              </a:ext>
            </a:extLst>
          </p:cNvPr>
          <p:cNvSpPr txBox="1"/>
          <p:nvPr/>
        </p:nvSpPr>
        <p:spPr>
          <a:xfrm>
            <a:off x="184994" y="5236477"/>
            <a:ext cx="157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Tisch wählen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4A3FA6D-D1BF-C3BF-0783-1F224E9E4229}"/>
              </a:ext>
            </a:extLst>
          </p:cNvPr>
          <p:cNvSpPr/>
          <p:nvPr/>
        </p:nvSpPr>
        <p:spPr>
          <a:xfrm>
            <a:off x="232194" y="4525974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4C08B30-FE51-F9F9-8F20-980E159D0DB9}"/>
              </a:ext>
            </a:extLst>
          </p:cNvPr>
          <p:cNvSpPr/>
          <p:nvPr/>
        </p:nvSpPr>
        <p:spPr>
          <a:xfrm>
            <a:off x="3064935" y="4525974"/>
            <a:ext cx="2932006" cy="100061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9293415C-873A-1DC8-3842-66594F8CBA05}"/>
              </a:ext>
            </a:extLst>
          </p:cNvPr>
          <p:cNvSpPr/>
          <p:nvPr/>
        </p:nvSpPr>
        <p:spPr>
          <a:xfrm>
            <a:off x="232194" y="4886447"/>
            <a:ext cx="2640092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F12ADFB-E2A5-34F7-F775-4D448ECEE1BA}"/>
              </a:ext>
            </a:extLst>
          </p:cNvPr>
          <p:cNvSpPr/>
          <p:nvPr/>
        </p:nvSpPr>
        <p:spPr>
          <a:xfrm>
            <a:off x="5078042" y="4595400"/>
            <a:ext cx="316906" cy="45458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B8CD903-7685-5541-4F8D-CC50761B2CEB}"/>
              </a:ext>
            </a:extLst>
          </p:cNvPr>
          <p:cNvSpPr/>
          <p:nvPr/>
        </p:nvSpPr>
        <p:spPr>
          <a:xfrm>
            <a:off x="4680109" y="4586386"/>
            <a:ext cx="316906" cy="45458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670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4B8FEE-19F2-9552-B031-8901C0EA71FE}"/>
              </a:ext>
            </a:extLst>
          </p:cNvPr>
          <p:cNvSpPr/>
          <p:nvPr/>
        </p:nvSpPr>
        <p:spPr>
          <a:xfrm>
            <a:off x="91860" y="349251"/>
            <a:ext cx="6004140" cy="6409266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8BADA7-12C0-52CA-D6CB-59B5F9C96230}"/>
              </a:ext>
            </a:extLst>
          </p:cNvPr>
          <p:cNvSpPr txBox="1"/>
          <p:nvPr/>
        </p:nvSpPr>
        <p:spPr>
          <a:xfrm>
            <a:off x="161274" y="349251"/>
            <a:ext cx="115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Tische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3499332-D0B5-6908-99E1-85DEA2840D2C}"/>
              </a:ext>
            </a:extLst>
          </p:cNvPr>
          <p:cNvSpPr/>
          <p:nvPr/>
        </p:nvSpPr>
        <p:spPr>
          <a:xfrm>
            <a:off x="318515" y="1289632"/>
            <a:ext cx="5516101" cy="48937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65A0F7-A6E6-7FD4-5889-29C2C2B33D82}"/>
              </a:ext>
            </a:extLst>
          </p:cNvPr>
          <p:cNvSpPr/>
          <p:nvPr/>
        </p:nvSpPr>
        <p:spPr>
          <a:xfrm>
            <a:off x="4304515" y="6393603"/>
            <a:ext cx="1599292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Übernehmen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885B06-3C00-CE0D-2B8C-7E5767F43616}"/>
              </a:ext>
            </a:extLst>
          </p:cNvPr>
          <p:cNvSpPr/>
          <p:nvPr/>
        </p:nvSpPr>
        <p:spPr>
          <a:xfrm>
            <a:off x="2396739" y="6393603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A19AC8E-83F4-D0FC-EA25-6163AC8FD034}"/>
              </a:ext>
            </a:extLst>
          </p:cNvPr>
          <p:cNvSpPr/>
          <p:nvPr/>
        </p:nvSpPr>
        <p:spPr>
          <a:xfrm rot="16200000">
            <a:off x="-780414" y="3353489"/>
            <a:ext cx="3989486" cy="100265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C935ED2-0251-6AB0-8DA9-6DE36B3F30E8}"/>
              </a:ext>
            </a:extLst>
          </p:cNvPr>
          <p:cNvSpPr/>
          <p:nvPr/>
        </p:nvSpPr>
        <p:spPr>
          <a:xfrm rot="16200000">
            <a:off x="2640360" y="3434514"/>
            <a:ext cx="3989488" cy="876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FEC1BDB-3C73-42D8-1C64-4051CCAFD162}"/>
              </a:ext>
            </a:extLst>
          </p:cNvPr>
          <p:cNvSpPr/>
          <p:nvPr/>
        </p:nvSpPr>
        <p:spPr>
          <a:xfrm rot="16200000">
            <a:off x="987810" y="3401778"/>
            <a:ext cx="3989488" cy="90607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52BFB01-1CA3-A3EC-F194-C77C6B437480}"/>
              </a:ext>
            </a:extLst>
          </p:cNvPr>
          <p:cNvSpPr/>
          <p:nvPr/>
        </p:nvSpPr>
        <p:spPr>
          <a:xfrm>
            <a:off x="2541880" y="453682"/>
            <a:ext cx="400956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1F05606-1F2F-E8D1-136E-FCA411C5B653}"/>
              </a:ext>
            </a:extLst>
          </p:cNvPr>
          <p:cNvSpPr txBox="1"/>
          <p:nvPr/>
        </p:nvSpPr>
        <p:spPr>
          <a:xfrm>
            <a:off x="1169649" y="419585"/>
            <a:ext cx="1973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Anzahl Reihen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85689E1-C15D-9302-4493-13369379E5DD}"/>
              </a:ext>
            </a:extLst>
          </p:cNvPr>
          <p:cNvSpPr txBox="1"/>
          <p:nvPr/>
        </p:nvSpPr>
        <p:spPr>
          <a:xfrm>
            <a:off x="682351" y="1903646"/>
            <a:ext cx="974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Anzahl </a:t>
            </a:r>
          </a:p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Tische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9C59D57-1583-892A-2738-84D92375611D}"/>
              </a:ext>
            </a:extLst>
          </p:cNvPr>
          <p:cNvSpPr/>
          <p:nvPr/>
        </p:nvSpPr>
        <p:spPr>
          <a:xfrm>
            <a:off x="980013" y="2430328"/>
            <a:ext cx="400956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23DD422-7E4A-EE7F-BE0E-362FF95DA8C5}"/>
              </a:ext>
            </a:extLst>
          </p:cNvPr>
          <p:cNvSpPr/>
          <p:nvPr/>
        </p:nvSpPr>
        <p:spPr>
          <a:xfrm rot="16200000">
            <a:off x="952719" y="2791097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57B4837-4941-43DE-AB90-9A8C14F327D1}"/>
              </a:ext>
            </a:extLst>
          </p:cNvPr>
          <p:cNvSpPr/>
          <p:nvPr/>
        </p:nvSpPr>
        <p:spPr>
          <a:xfrm rot="16200000">
            <a:off x="918881" y="3396658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C1409D8-C6B9-5467-4900-8C2AF43BDDA0}"/>
              </a:ext>
            </a:extLst>
          </p:cNvPr>
          <p:cNvSpPr/>
          <p:nvPr/>
        </p:nvSpPr>
        <p:spPr>
          <a:xfrm rot="16200000">
            <a:off x="952718" y="3993602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670364A-5A9C-9A00-D30F-4D53E0820320}"/>
              </a:ext>
            </a:extLst>
          </p:cNvPr>
          <p:cNvSpPr/>
          <p:nvPr/>
        </p:nvSpPr>
        <p:spPr>
          <a:xfrm rot="16200000">
            <a:off x="961714" y="4598157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2D8EFBE-21ED-C1C7-21FB-121D356C49C6}"/>
              </a:ext>
            </a:extLst>
          </p:cNvPr>
          <p:cNvSpPr/>
          <p:nvPr/>
        </p:nvSpPr>
        <p:spPr>
          <a:xfrm rot="16200000">
            <a:off x="2740071" y="2804945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7AD2868-E554-F52E-59FF-4F0B921477B0}"/>
              </a:ext>
            </a:extLst>
          </p:cNvPr>
          <p:cNvSpPr/>
          <p:nvPr/>
        </p:nvSpPr>
        <p:spPr>
          <a:xfrm rot="16200000">
            <a:off x="2706233" y="3410506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70E049E-4A37-E363-8BED-18BB3E5FD0A2}"/>
              </a:ext>
            </a:extLst>
          </p:cNvPr>
          <p:cNvSpPr/>
          <p:nvPr/>
        </p:nvSpPr>
        <p:spPr>
          <a:xfrm rot="16200000">
            <a:off x="2740070" y="4007450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C7EB927-B5D4-2338-8C74-8FEA16AB8133}"/>
              </a:ext>
            </a:extLst>
          </p:cNvPr>
          <p:cNvSpPr/>
          <p:nvPr/>
        </p:nvSpPr>
        <p:spPr>
          <a:xfrm rot="16200000">
            <a:off x="2749066" y="4612005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BC25131-862A-E51D-3D71-1FC5B17317A3}"/>
              </a:ext>
            </a:extLst>
          </p:cNvPr>
          <p:cNvSpPr txBox="1"/>
          <p:nvPr/>
        </p:nvSpPr>
        <p:spPr>
          <a:xfrm>
            <a:off x="2485136" y="1923506"/>
            <a:ext cx="974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Anzahl </a:t>
            </a:r>
          </a:p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Tische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83E696C-9A06-D73C-94AB-1CCFDD79B4B4}"/>
              </a:ext>
            </a:extLst>
          </p:cNvPr>
          <p:cNvSpPr/>
          <p:nvPr/>
        </p:nvSpPr>
        <p:spPr>
          <a:xfrm>
            <a:off x="2782798" y="2450188"/>
            <a:ext cx="400956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A1288A1-ADCF-BEFD-B1E8-2F5D4E83CCF1}"/>
              </a:ext>
            </a:extLst>
          </p:cNvPr>
          <p:cNvSpPr/>
          <p:nvPr/>
        </p:nvSpPr>
        <p:spPr>
          <a:xfrm rot="16200000">
            <a:off x="4400078" y="2785333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4AA4D76-81A0-673B-D490-ED175E885BB1}"/>
              </a:ext>
            </a:extLst>
          </p:cNvPr>
          <p:cNvSpPr/>
          <p:nvPr/>
        </p:nvSpPr>
        <p:spPr>
          <a:xfrm rot="16200000">
            <a:off x="4366240" y="3390894"/>
            <a:ext cx="523219" cy="62302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2C6CD3F-22F6-0370-BC5B-2915E2289D4D}"/>
              </a:ext>
            </a:extLst>
          </p:cNvPr>
          <p:cNvSpPr txBox="1"/>
          <p:nvPr/>
        </p:nvSpPr>
        <p:spPr>
          <a:xfrm>
            <a:off x="4145143" y="1903894"/>
            <a:ext cx="974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Anzahl </a:t>
            </a:r>
          </a:p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Tische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B507AE6-84CF-2BE5-8092-1A23C6D08E17}"/>
              </a:ext>
            </a:extLst>
          </p:cNvPr>
          <p:cNvSpPr/>
          <p:nvPr/>
        </p:nvSpPr>
        <p:spPr>
          <a:xfrm>
            <a:off x="4442805" y="2430576"/>
            <a:ext cx="400956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09664813-CF5F-543F-D3D9-159C196A7365}"/>
              </a:ext>
            </a:extLst>
          </p:cNvPr>
          <p:cNvSpPr/>
          <p:nvPr/>
        </p:nvSpPr>
        <p:spPr>
          <a:xfrm>
            <a:off x="6149760" y="377826"/>
            <a:ext cx="6004140" cy="6409266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2E5A8FA-EFBA-E3EE-7BD2-B106DD6D46D6}"/>
              </a:ext>
            </a:extLst>
          </p:cNvPr>
          <p:cNvSpPr txBox="1"/>
          <p:nvPr/>
        </p:nvSpPr>
        <p:spPr>
          <a:xfrm>
            <a:off x="6219173" y="377826"/>
            <a:ext cx="189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Reihe 2 Tisch 2 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0DBB77DA-FE40-BEC9-8DF2-A33FB265FFAB}"/>
              </a:ext>
            </a:extLst>
          </p:cNvPr>
          <p:cNvSpPr/>
          <p:nvPr/>
        </p:nvSpPr>
        <p:spPr>
          <a:xfrm>
            <a:off x="10362415" y="6422178"/>
            <a:ext cx="1599292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Übernehmen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080DF8C-7C86-B57E-0C30-1E59C785D23B}"/>
              </a:ext>
            </a:extLst>
          </p:cNvPr>
          <p:cNvSpPr/>
          <p:nvPr/>
        </p:nvSpPr>
        <p:spPr>
          <a:xfrm>
            <a:off x="8454639" y="6422178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Abbrechen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73DB3EEE-7DF1-072C-B613-00C8039A0140}"/>
              </a:ext>
            </a:extLst>
          </p:cNvPr>
          <p:cNvSpPr txBox="1"/>
          <p:nvPr/>
        </p:nvSpPr>
        <p:spPr>
          <a:xfrm>
            <a:off x="639314" y="1473090"/>
            <a:ext cx="115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Reihe 1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BE1A08F-CBCF-13BE-6F4A-2F48E38A2F37}"/>
              </a:ext>
            </a:extLst>
          </p:cNvPr>
          <p:cNvSpPr txBox="1"/>
          <p:nvPr/>
        </p:nvSpPr>
        <p:spPr>
          <a:xfrm>
            <a:off x="2501552" y="1471833"/>
            <a:ext cx="115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Reihe 2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DD46615-A7DB-CE11-6CE7-16EDD24CB0F7}"/>
              </a:ext>
            </a:extLst>
          </p:cNvPr>
          <p:cNvSpPr txBox="1"/>
          <p:nvPr/>
        </p:nvSpPr>
        <p:spPr>
          <a:xfrm>
            <a:off x="4136457" y="1492331"/>
            <a:ext cx="115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Reihe 3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724F31A-D3C2-9C24-C7FD-78DAF8BF6AD3}"/>
              </a:ext>
            </a:extLst>
          </p:cNvPr>
          <p:cNvSpPr/>
          <p:nvPr/>
        </p:nvSpPr>
        <p:spPr>
          <a:xfrm>
            <a:off x="10178462" y="745072"/>
            <a:ext cx="400956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D289113A-6F5C-FEE4-E738-DFCBEF0C9BCD}"/>
              </a:ext>
            </a:extLst>
          </p:cNvPr>
          <p:cNvSpPr txBox="1"/>
          <p:nvPr/>
        </p:nvSpPr>
        <p:spPr>
          <a:xfrm>
            <a:off x="8390068" y="726268"/>
            <a:ext cx="1973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Anzahl Stuhl-Paare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5C9DBDF6-54A5-6792-0C10-FC5DE378B785}"/>
              </a:ext>
            </a:extLst>
          </p:cNvPr>
          <p:cNvSpPr/>
          <p:nvPr/>
        </p:nvSpPr>
        <p:spPr>
          <a:xfrm rot="16200000">
            <a:off x="6659865" y="2349180"/>
            <a:ext cx="1818822" cy="876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Grafik 55">
            <a:extLst>
              <a:ext uri="{FF2B5EF4-FFF2-40B4-BE49-F238E27FC236}">
                <a16:creationId xmlns:a16="http://schemas.microsoft.com/office/drawing/2014/main" id="{939F62EB-19A3-1D0E-AF1E-67DA7BFA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411" y="1877911"/>
            <a:ext cx="485714" cy="1780952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C82D053F-04C2-24E9-B93C-F0E00AD7E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708" y="1879960"/>
            <a:ext cx="485714" cy="1780952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7666B4A1-F53C-2CE4-FBA7-16AA1BD5D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977" y="1364816"/>
            <a:ext cx="466667" cy="485714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F923C002-117C-E967-B985-665281C41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977" y="3751848"/>
            <a:ext cx="466667" cy="485714"/>
          </a:xfrm>
          <a:prstGeom prst="rect">
            <a:avLst/>
          </a:prstGeom>
        </p:spPr>
      </p:pic>
      <p:sp>
        <p:nvSpPr>
          <p:cNvPr id="62" name="Textfeld 61">
            <a:extLst>
              <a:ext uri="{FF2B5EF4-FFF2-40B4-BE49-F238E27FC236}">
                <a16:creationId xmlns:a16="http://schemas.microsoft.com/office/drawing/2014/main" id="{AF9C9676-1338-15C2-E1D5-0D7D73869D26}"/>
              </a:ext>
            </a:extLst>
          </p:cNvPr>
          <p:cNvSpPr txBox="1"/>
          <p:nvPr/>
        </p:nvSpPr>
        <p:spPr>
          <a:xfrm>
            <a:off x="8951693" y="2426866"/>
            <a:ext cx="2771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Klick auf Sitz für Änderung:</a:t>
            </a:r>
          </a:p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Behalten oder Wegnehmen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6705EEE9-AA55-5FEC-6E59-0F2A74EA4842}"/>
              </a:ext>
            </a:extLst>
          </p:cNvPr>
          <p:cNvSpPr txBox="1"/>
          <p:nvPr/>
        </p:nvSpPr>
        <p:spPr>
          <a:xfrm>
            <a:off x="6587365" y="4698733"/>
            <a:ext cx="2099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Beschreibung Tisch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03DB9650-C291-8A70-147D-8BEF07F0CE7A}"/>
              </a:ext>
            </a:extLst>
          </p:cNvPr>
          <p:cNvSpPr/>
          <p:nvPr/>
        </p:nvSpPr>
        <p:spPr>
          <a:xfrm>
            <a:off x="8567905" y="4717212"/>
            <a:ext cx="2189155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Für Stammgäste</a:t>
            </a:r>
          </a:p>
        </p:txBody>
      </p:sp>
    </p:spTree>
    <p:extLst>
      <p:ext uri="{BB962C8B-B14F-4D97-AF65-F5344CB8AC3E}">
        <p14:creationId xmlns:p14="http://schemas.microsoft.com/office/powerpoint/2010/main" val="3927166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29A542F-125E-D293-9266-85BB2EED76EB}"/>
              </a:ext>
            </a:extLst>
          </p:cNvPr>
          <p:cNvSpPr txBox="1"/>
          <p:nvPr/>
        </p:nvSpPr>
        <p:spPr>
          <a:xfrm>
            <a:off x="2609260" y="557709"/>
            <a:ext cx="545408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800" b="1" dirty="0">
                <a:latin typeface="Arial" panose="020B0604020202020204" pitchFamily="34" charset="0"/>
                <a:cs typeface="Arial" panose="020B0604020202020204" pitchFamily="34" charset="0"/>
              </a:rPr>
              <a:t>EventProgram.xml</a:t>
            </a:r>
          </a:p>
          <a:p>
            <a:endParaRPr lang="de-CH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  &lt;Year&gt;2025&lt;/Year&gt;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&lt;Month&gt;1&lt;/Month&gt;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&lt;Day&gt;11&lt;/Day&gt;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&lt;Place&gt;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Spagi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by Marcello&lt;/Place&gt;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&lt;Street&gt;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Metzgergasse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8&lt;/Street&gt;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&lt;City&gt;5000 Aarau&lt;/City&gt;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EventName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&gt;Oliver …&lt;/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EventName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  &lt;Prices&gt;Eintritt: ..&lt;/Prices&gt;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  &lt;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&gt;Für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Reserv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…&lt;/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98550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CA3C3D-C39A-BD3C-4464-718D814A9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86" y="776619"/>
            <a:ext cx="10571428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672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49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6CD7539-C69E-A460-D37D-2218C7759F15}"/>
              </a:ext>
            </a:extLst>
          </p:cNvPr>
          <p:cNvSpPr/>
          <p:nvPr/>
        </p:nvSpPr>
        <p:spPr>
          <a:xfrm>
            <a:off x="0" y="142841"/>
            <a:ext cx="6004140" cy="8208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023A741-6C8E-9020-91EC-3F45B0DED0A6}"/>
              </a:ext>
            </a:extLst>
          </p:cNvPr>
          <p:cNvSpPr/>
          <p:nvPr/>
        </p:nvSpPr>
        <p:spPr>
          <a:xfrm>
            <a:off x="0" y="963723"/>
            <a:ext cx="6004140" cy="388249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F86FA0-4A54-9D1A-FEC2-2BD3F85B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77" y="251998"/>
            <a:ext cx="2485596" cy="3012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CE3F2E0-EE11-CDC1-1E7F-370DCDF8B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657" y="224315"/>
            <a:ext cx="695238" cy="3047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EF91E4C-C01C-6A7A-9B42-A7CF5EA77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228" y="610551"/>
            <a:ext cx="666667" cy="26666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97BBD09-D1C1-334C-F47D-DE129CC0108F}"/>
              </a:ext>
            </a:extLst>
          </p:cNvPr>
          <p:cNvSpPr txBox="1"/>
          <p:nvPr/>
        </p:nvSpPr>
        <p:spPr>
          <a:xfrm>
            <a:off x="1886926" y="507886"/>
            <a:ext cx="248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Programm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533B003-5219-3675-C257-90FAC14D1E24}"/>
              </a:ext>
            </a:extLst>
          </p:cNvPr>
          <p:cNvSpPr txBox="1"/>
          <p:nvPr/>
        </p:nvSpPr>
        <p:spPr>
          <a:xfrm>
            <a:off x="115414" y="1034945"/>
            <a:ext cx="248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1. Server Ordner 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B0CA318-0646-25BE-6438-00CE8B45F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03" y="1380749"/>
            <a:ext cx="2457143" cy="42857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1A0A4E7A-5D3B-AE6A-E433-57AB563FA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412" y="1523606"/>
            <a:ext cx="2438095" cy="285714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DB6957EA-A1D8-B703-874A-75A268165FFB}"/>
              </a:ext>
            </a:extLst>
          </p:cNvPr>
          <p:cNvSpPr txBox="1"/>
          <p:nvPr/>
        </p:nvSpPr>
        <p:spPr>
          <a:xfrm>
            <a:off x="3372019" y="1307738"/>
            <a:ext cx="2506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Ordner für das Event Programm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B5F6AD4-4FB6-8E8B-C33E-0302B59A9406}"/>
              </a:ext>
            </a:extLst>
          </p:cNvPr>
          <p:cNvCxnSpPr>
            <a:cxnSpLocks/>
          </p:cNvCxnSpPr>
          <p:nvPr/>
        </p:nvCxnSpPr>
        <p:spPr>
          <a:xfrm>
            <a:off x="-1" y="1964185"/>
            <a:ext cx="6004141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1E1676B4-E272-5411-40EF-03A75E246D4F}"/>
              </a:ext>
            </a:extLst>
          </p:cNvPr>
          <p:cNvSpPr txBox="1"/>
          <p:nvPr/>
        </p:nvSpPr>
        <p:spPr>
          <a:xfrm>
            <a:off x="83141" y="2004102"/>
            <a:ext cx="400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Start XML Datei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5E5BB7F-7FC3-83A8-B244-8E794E77252C}"/>
              </a:ext>
            </a:extLst>
          </p:cNvPr>
          <p:cNvSpPr/>
          <p:nvPr/>
        </p:nvSpPr>
        <p:spPr>
          <a:xfrm>
            <a:off x="812991" y="2413350"/>
            <a:ext cx="2189155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161A654-92EB-C99C-EAB0-EE038D4697B6}"/>
              </a:ext>
            </a:extLst>
          </p:cNvPr>
          <p:cNvSpPr txBox="1"/>
          <p:nvPr/>
        </p:nvSpPr>
        <p:spPr>
          <a:xfrm>
            <a:off x="115414" y="2363467"/>
            <a:ext cx="73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538CC07-8227-3A82-C808-63CDDBFC6355}"/>
              </a:ext>
            </a:extLst>
          </p:cNvPr>
          <p:cNvSpPr txBox="1"/>
          <p:nvPr/>
        </p:nvSpPr>
        <p:spPr>
          <a:xfrm>
            <a:off x="812991" y="2404110"/>
            <a:ext cx="1980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EventProgram.xml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D23A5A1-5E6B-08EC-9D73-DF3BAA0F561A}"/>
              </a:ext>
            </a:extLst>
          </p:cNvPr>
          <p:cNvSpPr/>
          <p:nvPr/>
        </p:nvSpPr>
        <p:spPr>
          <a:xfrm>
            <a:off x="3090448" y="2413350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Upload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B095F80-A35A-D5EB-8EE3-B25E3DCEA757}"/>
              </a:ext>
            </a:extLst>
          </p:cNvPr>
          <p:cNvSpPr/>
          <p:nvPr/>
        </p:nvSpPr>
        <p:spPr>
          <a:xfrm>
            <a:off x="4585001" y="2403484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8170A12-E6D0-96CC-2E75-77E28C4006C6}"/>
              </a:ext>
            </a:extLst>
          </p:cNvPr>
          <p:cNvCxnSpPr>
            <a:cxnSpLocks/>
          </p:cNvCxnSpPr>
          <p:nvPr/>
        </p:nvCxnSpPr>
        <p:spPr>
          <a:xfrm>
            <a:off x="-1" y="3357351"/>
            <a:ext cx="6004141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40016B5F-2F4F-8108-5974-6F5277EEF65E}"/>
              </a:ext>
            </a:extLst>
          </p:cNvPr>
          <p:cNvSpPr txBox="1"/>
          <p:nvPr/>
        </p:nvSpPr>
        <p:spPr>
          <a:xfrm>
            <a:off x="32876" y="3397368"/>
            <a:ext cx="400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3. Event wählen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E517F27-D5AF-C108-1A07-673720DC53DD}"/>
              </a:ext>
            </a:extLst>
          </p:cNvPr>
          <p:cNvSpPr/>
          <p:nvPr/>
        </p:nvSpPr>
        <p:spPr>
          <a:xfrm>
            <a:off x="258703" y="3806716"/>
            <a:ext cx="5463192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94B46DE3-1385-45D5-7AA9-0C12807AA1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294" y="3838955"/>
            <a:ext cx="340826" cy="288390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2FE4F9C8-4A67-91F9-7B92-87E36821512B}"/>
              </a:ext>
            </a:extLst>
          </p:cNvPr>
          <p:cNvSpPr txBox="1"/>
          <p:nvPr/>
        </p:nvSpPr>
        <p:spPr>
          <a:xfrm>
            <a:off x="258703" y="3788036"/>
            <a:ext cx="267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Datum Name des Events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9086372-473C-49E0-2C02-D1D9CD4E3347}"/>
              </a:ext>
            </a:extLst>
          </p:cNvPr>
          <p:cNvSpPr/>
          <p:nvPr/>
        </p:nvSpPr>
        <p:spPr>
          <a:xfrm>
            <a:off x="254261" y="4216064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Löschen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24FB858-779A-85F7-A04D-06EDE822CAB0}"/>
              </a:ext>
            </a:extLst>
          </p:cNvPr>
          <p:cNvSpPr/>
          <p:nvPr/>
        </p:nvSpPr>
        <p:spPr>
          <a:xfrm>
            <a:off x="4369186" y="4256080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Editieren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FE6A301-FE5A-8EBC-3E91-7A8C42264115}"/>
              </a:ext>
            </a:extLst>
          </p:cNvPr>
          <p:cNvSpPr/>
          <p:nvPr/>
        </p:nvSpPr>
        <p:spPr>
          <a:xfrm>
            <a:off x="6050140" y="963723"/>
            <a:ext cx="6004140" cy="388249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12F7B63-8966-F401-8DD1-6A76F0674C5B}"/>
              </a:ext>
            </a:extLst>
          </p:cNvPr>
          <p:cNvSpPr txBox="1"/>
          <p:nvPr/>
        </p:nvSpPr>
        <p:spPr>
          <a:xfrm>
            <a:off x="6119554" y="1076905"/>
            <a:ext cx="225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4. Event editieren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20D400F-FDC4-B874-5171-0439940D34D4}"/>
              </a:ext>
            </a:extLst>
          </p:cNvPr>
          <p:cNvSpPr/>
          <p:nvPr/>
        </p:nvSpPr>
        <p:spPr>
          <a:xfrm>
            <a:off x="6408768" y="1786079"/>
            <a:ext cx="1822380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Datum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75B7A707-F9D2-7EE9-36C3-B747FCD5E4A9}"/>
              </a:ext>
            </a:extLst>
          </p:cNvPr>
          <p:cNvSpPr/>
          <p:nvPr/>
        </p:nvSpPr>
        <p:spPr>
          <a:xfrm>
            <a:off x="8375591" y="1809320"/>
            <a:ext cx="1122243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Start-Zeit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0C1C36E-9B5E-79ED-A624-37EE22D9F075}"/>
              </a:ext>
            </a:extLst>
          </p:cNvPr>
          <p:cNvSpPr/>
          <p:nvPr/>
        </p:nvSpPr>
        <p:spPr>
          <a:xfrm>
            <a:off x="9642277" y="1819536"/>
            <a:ext cx="1122243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End-Zeit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934BA0C2-63C6-D2D3-D041-F922E0F5378B}"/>
              </a:ext>
            </a:extLst>
          </p:cNvPr>
          <p:cNvSpPr/>
          <p:nvPr/>
        </p:nvSpPr>
        <p:spPr>
          <a:xfrm>
            <a:off x="6391514" y="1414770"/>
            <a:ext cx="2686900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Veranstalter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A34D31D-2691-5781-D4E5-9B04A399AB97}"/>
              </a:ext>
            </a:extLst>
          </p:cNvPr>
          <p:cNvSpPr/>
          <p:nvPr/>
        </p:nvSpPr>
        <p:spPr>
          <a:xfrm>
            <a:off x="9191825" y="1414770"/>
            <a:ext cx="2686900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Lokal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E75A81CB-2E5B-0804-A1F6-770FA87A8D3F}"/>
              </a:ext>
            </a:extLst>
          </p:cNvPr>
          <p:cNvSpPr/>
          <p:nvPr/>
        </p:nvSpPr>
        <p:spPr>
          <a:xfrm>
            <a:off x="6408767" y="2172525"/>
            <a:ext cx="5469957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des Events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ACF744A-9AF7-8DEA-BFFA-9C0E9DCD3B8B}"/>
              </a:ext>
            </a:extLst>
          </p:cNvPr>
          <p:cNvSpPr/>
          <p:nvPr/>
        </p:nvSpPr>
        <p:spPr>
          <a:xfrm>
            <a:off x="6391515" y="2613831"/>
            <a:ext cx="1118000" cy="25737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Preise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2C02477B-0C8A-93FF-4E57-A8A35406DDC9}"/>
              </a:ext>
            </a:extLst>
          </p:cNvPr>
          <p:cNvSpPr/>
          <p:nvPr/>
        </p:nvSpPr>
        <p:spPr>
          <a:xfrm>
            <a:off x="7587749" y="2617344"/>
            <a:ext cx="1403677" cy="2892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Instruktionen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CCF8E58B-5D93-F1FE-4478-62CCD5242A36}"/>
              </a:ext>
            </a:extLst>
          </p:cNvPr>
          <p:cNvSpPr/>
          <p:nvPr/>
        </p:nvSpPr>
        <p:spPr>
          <a:xfrm>
            <a:off x="9049893" y="2602059"/>
            <a:ext cx="1403677" cy="32822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Adresse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3184267-A7E6-AA3F-DA8D-5257E8090620}"/>
              </a:ext>
            </a:extLst>
          </p:cNvPr>
          <p:cNvSpPr/>
          <p:nvPr/>
        </p:nvSpPr>
        <p:spPr>
          <a:xfrm>
            <a:off x="6391514" y="3305657"/>
            <a:ext cx="1739609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Absender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4C0C2847-28DD-3DEB-0B4D-BF69001C0A60}"/>
              </a:ext>
            </a:extLst>
          </p:cNvPr>
          <p:cNvSpPr/>
          <p:nvPr/>
        </p:nvSpPr>
        <p:spPr>
          <a:xfrm>
            <a:off x="6391513" y="3665006"/>
            <a:ext cx="1739609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Betreff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813B607C-CBF1-3900-E4AE-E90E4373EA16}"/>
              </a:ext>
            </a:extLst>
          </p:cNvPr>
          <p:cNvSpPr/>
          <p:nvPr/>
        </p:nvSpPr>
        <p:spPr>
          <a:xfrm>
            <a:off x="8289587" y="3675224"/>
            <a:ext cx="1643138" cy="2892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Inhalt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3FC18E43-162B-2418-FD06-3AADD2E548DA}"/>
              </a:ext>
            </a:extLst>
          </p:cNvPr>
          <p:cNvSpPr/>
          <p:nvPr/>
        </p:nvSpPr>
        <p:spPr>
          <a:xfrm>
            <a:off x="10503597" y="2613831"/>
            <a:ext cx="1487582" cy="33574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Beschreibung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775382C2-78CD-883E-7C44-8913F55C9051}"/>
              </a:ext>
            </a:extLst>
          </p:cNvPr>
          <p:cNvSpPr/>
          <p:nvPr/>
        </p:nvSpPr>
        <p:spPr>
          <a:xfrm>
            <a:off x="10214999" y="3302559"/>
            <a:ext cx="1663725" cy="32822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Zahlungsmittel</a:t>
            </a:r>
          </a:p>
        </p:txBody>
      </p:sp>
      <p:sp>
        <p:nvSpPr>
          <p:cNvPr id="1024" name="Rechteck 1023">
            <a:extLst>
              <a:ext uri="{FF2B5EF4-FFF2-40B4-BE49-F238E27FC236}">
                <a16:creationId xmlns:a16="http://schemas.microsoft.com/office/drawing/2014/main" id="{91A21D44-218C-B647-24FE-ABFF6F9554F6}"/>
              </a:ext>
            </a:extLst>
          </p:cNvPr>
          <p:cNvSpPr/>
          <p:nvPr/>
        </p:nvSpPr>
        <p:spPr>
          <a:xfrm>
            <a:off x="6349055" y="4004338"/>
            <a:ext cx="1739609" cy="2892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abgesagt</a:t>
            </a:r>
          </a:p>
        </p:txBody>
      </p:sp>
      <p:sp>
        <p:nvSpPr>
          <p:cNvPr id="1025" name="Rechteck 1024">
            <a:extLst>
              <a:ext uri="{FF2B5EF4-FFF2-40B4-BE49-F238E27FC236}">
                <a16:creationId xmlns:a16="http://schemas.microsoft.com/office/drawing/2014/main" id="{1E5E5C3B-50BB-9320-40F9-5BE85B58AA31}"/>
              </a:ext>
            </a:extLst>
          </p:cNvPr>
          <p:cNvSpPr/>
          <p:nvPr/>
        </p:nvSpPr>
        <p:spPr>
          <a:xfrm>
            <a:off x="7956171" y="4028213"/>
            <a:ext cx="360349" cy="2892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hteck 1026">
            <a:extLst>
              <a:ext uri="{FF2B5EF4-FFF2-40B4-BE49-F238E27FC236}">
                <a16:creationId xmlns:a16="http://schemas.microsoft.com/office/drawing/2014/main" id="{E69695F3-82D3-BB18-56DE-0E1FEF4C10D1}"/>
              </a:ext>
            </a:extLst>
          </p:cNvPr>
          <p:cNvSpPr/>
          <p:nvPr/>
        </p:nvSpPr>
        <p:spPr>
          <a:xfrm>
            <a:off x="8484110" y="4028213"/>
            <a:ext cx="3394613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Grund</a:t>
            </a:r>
          </a:p>
        </p:txBody>
      </p:sp>
      <p:sp>
        <p:nvSpPr>
          <p:cNvPr id="1028" name="Rechteck 1027">
            <a:extLst>
              <a:ext uri="{FF2B5EF4-FFF2-40B4-BE49-F238E27FC236}">
                <a16:creationId xmlns:a16="http://schemas.microsoft.com/office/drawing/2014/main" id="{D7673D6D-AC84-B99A-9949-25CAB67F8ECE}"/>
              </a:ext>
            </a:extLst>
          </p:cNvPr>
          <p:cNvSpPr/>
          <p:nvPr/>
        </p:nvSpPr>
        <p:spPr>
          <a:xfrm>
            <a:off x="10649521" y="4473931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Speichern</a:t>
            </a:r>
          </a:p>
        </p:txBody>
      </p:sp>
      <p:sp>
        <p:nvSpPr>
          <p:cNvPr id="1029" name="Rechteck 1028">
            <a:extLst>
              <a:ext uri="{FF2B5EF4-FFF2-40B4-BE49-F238E27FC236}">
                <a16:creationId xmlns:a16="http://schemas.microsoft.com/office/drawing/2014/main" id="{FBD295C6-32F7-B1DC-8D3C-FF1673AEB748}"/>
              </a:ext>
            </a:extLst>
          </p:cNvPr>
          <p:cNvSpPr/>
          <p:nvPr/>
        </p:nvSpPr>
        <p:spPr>
          <a:xfrm>
            <a:off x="8484111" y="4473931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Abbrechen</a:t>
            </a:r>
          </a:p>
        </p:txBody>
      </p:sp>
      <p:sp>
        <p:nvSpPr>
          <p:cNvPr id="1030" name="Rechteck 1029">
            <a:extLst>
              <a:ext uri="{FF2B5EF4-FFF2-40B4-BE49-F238E27FC236}">
                <a16:creationId xmlns:a16="http://schemas.microsoft.com/office/drawing/2014/main" id="{4C7C1E8E-D81A-AC53-E97D-39B7F535C0BC}"/>
              </a:ext>
            </a:extLst>
          </p:cNvPr>
          <p:cNvSpPr/>
          <p:nvPr/>
        </p:nvSpPr>
        <p:spPr>
          <a:xfrm>
            <a:off x="8303256" y="3322636"/>
            <a:ext cx="1629469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Titel</a:t>
            </a:r>
          </a:p>
        </p:txBody>
      </p:sp>
    </p:spTree>
    <p:extLst>
      <p:ext uri="{BB962C8B-B14F-4D97-AF65-F5344CB8AC3E}">
        <p14:creationId xmlns:p14="http://schemas.microsoft.com/office/powerpoint/2010/main" val="3559571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4B8FEE-19F2-9552-B031-8901C0EA71FE}"/>
              </a:ext>
            </a:extLst>
          </p:cNvPr>
          <p:cNvSpPr/>
          <p:nvPr/>
        </p:nvSpPr>
        <p:spPr>
          <a:xfrm>
            <a:off x="3640427" y="856146"/>
            <a:ext cx="6004140" cy="388249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8BADA7-12C0-52CA-D6CB-59B5F9C96230}"/>
              </a:ext>
            </a:extLst>
          </p:cNvPr>
          <p:cNvSpPr txBox="1"/>
          <p:nvPr/>
        </p:nvSpPr>
        <p:spPr>
          <a:xfrm>
            <a:off x="3709841" y="969328"/>
            <a:ext cx="467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5. Text eingeben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3499332-D0B5-6908-99E1-85DEA2840D2C}"/>
              </a:ext>
            </a:extLst>
          </p:cNvPr>
          <p:cNvSpPr/>
          <p:nvPr/>
        </p:nvSpPr>
        <p:spPr>
          <a:xfrm>
            <a:off x="3831194" y="1451842"/>
            <a:ext cx="5689324" cy="27669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……</a:t>
            </a: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65A0F7-A6E6-7FD4-5889-29C2C2B33D82}"/>
              </a:ext>
            </a:extLst>
          </p:cNvPr>
          <p:cNvSpPr/>
          <p:nvPr/>
        </p:nvSpPr>
        <p:spPr>
          <a:xfrm>
            <a:off x="7853082" y="4334081"/>
            <a:ext cx="1599292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Übernehmen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885B06-3C00-CE0D-2B8C-7E5767F43616}"/>
              </a:ext>
            </a:extLst>
          </p:cNvPr>
          <p:cNvSpPr/>
          <p:nvPr/>
        </p:nvSpPr>
        <p:spPr>
          <a:xfrm>
            <a:off x="5945306" y="4334081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Abbrechen</a:t>
            </a:r>
          </a:p>
        </p:txBody>
      </p:sp>
    </p:spTree>
    <p:extLst>
      <p:ext uri="{BB962C8B-B14F-4D97-AF65-F5344CB8AC3E}">
        <p14:creationId xmlns:p14="http://schemas.microsoft.com/office/powerpoint/2010/main" val="981368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Breitbild</PresentationFormat>
  <Paragraphs>188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Gunnar Liden</dc:creator>
  <cp:lastModifiedBy>Gunnar Liden</cp:lastModifiedBy>
  <cp:revision>173</cp:revision>
  <cp:lastPrinted>2026-05-13T17:29:59Z</cp:lastPrinted>
  <dcterms:created xsi:type="dcterms:W3CDTF">2020-04-04T07:27:22Z</dcterms:created>
  <dcterms:modified xsi:type="dcterms:W3CDTF">2026-05-13T18:18:04Z</dcterms:modified>
</cp:coreProperties>
</file>