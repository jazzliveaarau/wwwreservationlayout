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8" r:id="rId3"/>
    <p:sldId id="269" r:id="rId4"/>
    <p:sldId id="256" r:id="rId5"/>
    <p:sldId id="261" r:id="rId6"/>
    <p:sldId id="263" r:id="rId7"/>
    <p:sldId id="265" r:id="rId8"/>
    <p:sldId id="267" r:id="rId9"/>
    <p:sldId id="266" r:id="rId10"/>
  </p:sldIdLst>
  <p:sldSz cx="12192000" cy="6858000"/>
  <p:notesSz cx="6721475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954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30.04.2026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023A741-6C8E-9020-91EC-3F45B0DED0A6}"/>
              </a:ext>
            </a:extLst>
          </p:cNvPr>
          <p:cNvSpPr/>
          <p:nvPr/>
        </p:nvSpPr>
        <p:spPr>
          <a:xfrm>
            <a:off x="2607738" y="963723"/>
            <a:ext cx="6004140" cy="3882492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6CD7539-C69E-A460-D37D-2218C7759F15}"/>
              </a:ext>
            </a:extLst>
          </p:cNvPr>
          <p:cNvSpPr/>
          <p:nvPr/>
        </p:nvSpPr>
        <p:spPr>
          <a:xfrm>
            <a:off x="2607738" y="142841"/>
            <a:ext cx="6004140" cy="8208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3F86FA0-4A54-9D1A-FEC2-2BD3F85BB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315" y="251998"/>
            <a:ext cx="2485596" cy="30128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9CE3F2E0-EE11-CDC1-1E7F-370DCDF8B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4395" y="224315"/>
            <a:ext cx="695238" cy="30476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EF91E4C-C01C-6A7A-9B42-A7CF5EA77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966" y="610551"/>
            <a:ext cx="666667" cy="26666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997BBD09-D1C1-334C-F47D-DE129CC0108F}"/>
              </a:ext>
            </a:extLst>
          </p:cNvPr>
          <p:cNvSpPr txBox="1"/>
          <p:nvPr/>
        </p:nvSpPr>
        <p:spPr>
          <a:xfrm>
            <a:off x="4494664" y="507886"/>
            <a:ext cx="2485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Erstellen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533B003-5219-3675-C257-90FAC14D1E24}"/>
              </a:ext>
            </a:extLst>
          </p:cNvPr>
          <p:cNvSpPr txBox="1"/>
          <p:nvPr/>
        </p:nvSpPr>
        <p:spPr>
          <a:xfrm>
            <a:off x="2723152" y="1034945"/>
            <a:ext cx="4693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Name des Layouts (Lokal + Sitzplan)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1A0A4E7A-5D3B-AE6A-E433-57AB563FA9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3408" y="1508294"/>
            <a:ext cx="2438095" cy="285714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DB6957EA-A1D8-B703-874A-75A268165FFB}"/>
              </a:ext>
            </a:extLst>
          </p:cNvPr>
          <p:cNvSpPr txBox="1"/>
          <p:nvPr/>
        </p:nvSpPr>
        <p:spPr>
          <a:xfrm>
            <a:off x="5391503" y="1496027"/>
            <a:ext cx="30251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Auch Server Ordner Name) 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B5F6AD4-4FB6-8E8B-C33E-0302B59A9406}"/>
              </a:ext>
            </a:extLst>
          </p:cNvPr>
          <p:cNvCxnSpPr>
            <a:cxnSpLocks/>
          </p:cNvCxnSpPr>
          <p:nvPr/>
        </p:nvCxnSpPr>
        <p:spPr>
          <a:xfrm>
            <a:off x="2607737" y="1964185"/>
            <a:ext cx="6004141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1E1676B4-E272-5411-40EF-03A75E246D4F}"/>
              </a:ext>
            </a:extLst>
          </p:cNvPr>
          <p:cNvSpPr txBox="1"/>
          <p:nvPr/>
        </p:nvSpPr>
        <p:spPr>
          <a:xfrm>
            <a:off x="2690879" y="2004102"/>
            <a:ext cx="4002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Start XML Datei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5E5BB7F-7FC3-83A8-B244-8E794E77252C}"/>
              </a:ext>
            </a:extLst>
          </p:cNvPr>
          <p:cNvSpPr/>
          <p:nvPr/>
        </p:nvSpPr>
        <p:spPr>
          <a:xfrm>
            <a:off x="3420729" y="2413350"/>
            <a:ext cx="2189155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161A654-92EB-C99C-EAB0-EE038D4697B6}"/>
              </a:ext>
            </a:extLst>
          </p:cNvPr>
          <p:cNvSpPr txBox="1"/>
          <p:nvPr/>
        </p:nvSpPr>
        <p:spPr>
          <a:xfrm>
            <a:off x="2723152" y="2363467"/>
            <a:ext cx="73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538CC07-8227-3A82-C808-63CDDBFC6355}"/>
              </a:ext>
            </a:extLst>
          </p:cNvPr>
          <p:cNvSpPr txBox="1"/>
          <p:nvPr/>
        </p:nvSpPr>
        <p:spPr>
          <a:xfrm>
            <a:off x="3371779" y="2403727"/>
            <a:ext cx="24890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Spagi_76_Chairs_V3.xml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D23A5A1-5E6B-08EC-9D73-DF3BAA0F561A}"/>
              </a:ext>
            </a:extLst>
          </p:cNvPr>
          <p:cNvSpPr/>
          <p:nvPr/>
        </p:nvSpPr>
        <p:spPr>
          <a:xfrm>
            <a:off x="5698186" y="2413350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Upload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B095F80-A35A-D5EB-8EE3-B25E3DCEA757}"/>
              </a:ext>
            </a:extLst>
          </p:cNvPr>
          <p:cNvSpPr/>
          <p:nvPr/>
        </p:nvSpPr>
        <p:spPr>
          <a:xfrm>
            <a:off x="7192739" y="2403484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8170A12-E6D0-96CC-2E75-77E28C4006C6}"/>
              </a:ext>
            </a:extLst>
          </p:cNvPr>
          <p:cNvCxnSpPr>
            <a:cxnSpLocks/>
          </p:cNvCxnSpPr>
          <p:nvPr/>
        </p:nvCxnSpPr>
        <p:spPr>
          <a:xfrm>
            <a:off x="2607737" y="3357351"/>
            <a:ext cx="6004141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40016B5F-2F4F-8108-5974-6F5277EEF65E}"/>
              </a:ext>
            </a:extLst>
          </p:cNvPr>
          <p:cNvSpPr txBox="1"/>
          <p:nvPr/>
        </p:nvSpPr>
        <p:spPr>
          <a:xfrm>
            <a:off x="2640613" y="3397368"/>
            <a:ext cx="5264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Form des Lokals und Elemente des Layouts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E517F27-D5AF-C108-1A07-673720DC53DD}"/>
              </a:ext>
            </a:extLst>
          </p:cNvPr>
          <p:cNvSpPr/>
          <p:nvPr/>
        </p:nvSpPr>
        <p:spPr>
          <a:xfrm>
            <a:off x="6228214" y="3806716"/>
            <a:ext cx="2238579" cy="31558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94B46DE3-1385-45D5-7AA9-0C12807AA1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5660" y="3820328"/>
            <a:ext cx="340826" cy="288390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2FE4F9C8-4A67-91F9-7B92-87E36821512B}"/>
              </a:ext>
            </a:extLst>
          </p:cNvPr>
          <p:cNvSpPr txBox="1"/>
          <p:nvPr/>
        </p:nvSpPr>
        <p:spPr>
          <a:xfrm>
            <a:off x="6197187" y="3803639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Element Typ wählen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096F6C1-0269-C73D-4604-A0CC7EE4537A}"/>
              </a:ext>
            </a:extLst>
          </p:cNvPr>
          <p:cNvSpPr/>
          <p:nvPr/>
        </p:nvSpPr>
        <p:spPr>
          <a:xfrm>
            <a:off x="6244653" y="5705817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38613C-3AA4-7105-6B33-F7E45169E418}"/>
              </a:ext>
            </a:extLst>
          </p:cNvPr>
          <p:cNvSpPr/>
          <p:nvPr/>
        </p:nvSpPr>
        <p:spPr>
          <a:xfrm>
            <a:off x="6244652" y="4440063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63625F0-EE10-4CD4-461A-CD4819E25085}"/>
              </a:ext>
            </a:extLst>
          </p:cNvPr>
          <p:cNvSpPr/>
          <p:nvPr/>
        </p:nvSpPr>
        <p:spPr>
          <a:xfrm>
            <a:off x="6244652" y="4770241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C84F39F-BD8E-67FB-B5BF-BA31E021AC7F}"/>
              </a:ext>
            </a:extLst>
          </p:cNvPr>
          <p:cNvSpPr txBox="1"/>
          <p:nvPr/>
        </p:nvSpPr>
        <p:spPr>
          <a:xfrm>
            <a:off x="6229774" y="568731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Reihe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7E446C7-2BAE-0A63-58E0-F821786C1BA0}"/>
              </a:ext>
            </a:extLst>
          </p:cNvPr>
          <p:cNvSpPr txBox="1"/>
          <p:nvPr/>
        </p:nvSpPr>
        <p:spPr>
          <a:xfrm>
            <a:off x="6228214" y="4770241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Wand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2D2F570-4DE2-EF76-6E01-B038B4976031}"/>
              </a:ext>
            </a:extLst>
          </p:cNvPr>
          <p:cNvSpPr txBox="1"/>
          <p:nvPr/>
        </p:nvSpPr>
        <p:spPr>
          <a:xfrm>
            <a:off x="6202340" y="4131315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AC4BEFE-B0F9-0761-17C2-70B1F209EEB1}"/>
              </a:ext>
            </a:extLst>
          </p:cNvPr>
          <p:cNvSpPr/>
          <p:nvPr/>
        </p:nvSpPr>
        <p:spPr>
          <a:xfrm>
            <a:off x="6244652" y="5090974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1D6F50E-A3CF-7A6E-F713-EAB810008EA9}"/>
              </a:ext>
            </a:extLst>
          </p:cNvPr>
          <p:cNvSpPr txBox="1"/>
          <p:nvPr/>
        </p:nvSpPr>
        <p:spPr>
          <a:xfrm>
            <a:off x="6229774" y="5090335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Kasse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71A5B7B-CA26-AB39-4EE6-28AD10DBE70A}"/>
              </a:ext>
            </a:extLst>
          </p:cNvPr>
          <p:cNvSpPr/>
          <p:nvPr/>
        </p:nvSpPr>
        <p:spPr>
          <a:xfrm>
            <a:off x="6259530" y="5391372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03DF189-0E74-78FE-D210-394B951467A5}"/>
              </a:ext>
            </a:extLst>
          </p:cNvPr>
          <p:cNvSpPr txBox="1"/>
          <p:nvPr/>
        </p:nvSpPr>
        <p:spPr>
          <a:xfrm>
            <a:off x="6244652" y="5390733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Tür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D4FC35B-D361-F758-2D50-B31C2DDE6FCB}"/>
              </a:ext>
            </a:extLst>
          </p:cNvPr>
          <p:cNvSpPr/>
          <p:nvPr/>
        </p:nvSpPr>
        <p:spPr>
          <a:xfrm>
            <a:off x="6229774" y="4133867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EFE5772-F9BF-87FB-2377-742A7882E4E6}"/>
              </a:ext>
            </a:extLst>
          </p:cNvPr>
          <p:cNvSpPr txBox="1"/>
          <p:nvPr/>
        </p:nvSpPr>
        <p:spPr>
          <a:xfrm>
            <a:off x="6228214" y="444274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C56E263C-A603-761D-5EBF-494AAB4BE2A2}"/>
              </a:ext>
            </a:extLst>
          </p:cNvPr>
          <p:cNvSpPr/>
          <p:nvPr/>
        </p:nvSpPr>
        <p:spPr>
          <a:xfrm>
            <a:off x="6234367" y="6021265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4849C9F-D82B-FF2F-F400-B2FF1E8B061A}"/>
              </a:ext>
            </a:extLst>
          </p:cNvPr>
          <p:cNvSpPr txBox="1"/>
          <p:nvPr/>
        </p:nvSpPr>
        <p:spPr>
          <a:xfrm>
            <a:off x="6219488" y="6002758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Sponsoren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E9A0D36-F3FE-5441-F99D-CF9ECC32E431}"/>
              </a:ext>
            </a:extLst>
          </p:cNvPr>
          <p:cNvSpPr/>
          <p:nvPr/>
        </p:nvSpPr>
        <p:spPr>
          <a:xfrm>
            <a:off x="6243093" y="6344387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899D0F19-F996-FC51-82BF-922546B31BA7}"/>
              </a:ext>
            </a:extLst>
          </p:cNvPr>
          <p:cNvSpPr txBox="1"/>
          <p:nvPr/>
        </p:nvSpPr>
        <p:spPr>
          <a:xfrm>
            <a:off x="6228214" y="632588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Veranstalter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8A6F688-43D4-8624-12B7-4B604BF5A5FD}"/>
              </a:ext>
            </a:extLst>
          </p:cNvPr>
          <p:cNvSpPr/>
          <p:nvPr/>
        </p:nvSpPr>
        <p:spPr>
          <a:xfrm>
            <a:off x="4424042" y="4223302"/>
            <a:ext cx="807337" cy="235933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C4CE4B8F-F55D-3BB8-7085-7213BAD31175}"/>
              </a:ext>
            </a:extLst>
          </p:cNvPr>
          <p:cNvSpPr txBox="1"/>
          <p:nvPr/>
        </p:nvSpPr>
        <p:spPr>
          <a:xfrm>
            <a:off x="2675243" y="3813871"/>
            <a:ext cx="2421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Breite des Lokals            8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1CA4D82-0E09-69E2-1846-977AAECF9691}"/>
              </a:ext>
            </a:extLst>
          </p:cNvPr>
          <p:cNvSpPr txBox="1"/>
          <p:nvPr/>
        </p:nvSpPr>
        <p:spPr>
          <a:xfrm>
            <a:off x="2675244" y="4163718"/>
            <a:ext cx="2421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Länge des Lokals          14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7F54C21-560E-518E-62A3-E54AF8355DF0}"/>
              </a:ext>
            </a:extLst>
          </p:cNvPr>
          <p:cNvSpPr/>
          <p:nvPr/>
        </p:nvSpPr>
        <p:spPr>
          <a:xfrm>
            <a:off x="4428640" y="3855941"/>
            <a:ext cx="807337" cy="26570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4B8FEE-19F2-9552-B031-8901C0EA71FE}"/>
              </a:ext>
            </a:extLst>
          </p:cNvPr>
          <p:cNvSpPr/>
          <p:nvPr/>
        </p:nvSpPr>
        <p:spPr>
          <a:xfrm>
            <a:off x="3640427" y="177801"/>
            <a:ext cx="6004140" cy="640926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B8BADA7-12C0-52CA-D6CB-59B5F9C96230}"/>
              </a:ext>
            </a:extLst>
          </p:cNvPr>
          <p:cNvSpPr txBox="1"/>
          <p:nvPr/>
        </p:nvSpPr>
        <p:spPr>
          <a:xfrm>
            <a:off x="3709841" y="177801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3499332-D0B5-6908-99E1-85DEA2840D2C}"/>
              </a:ext>
            </a:extLst>
          </p:cNvPr>
          <p:cNvSpPr/>
          <p:nvPr/>
        </p:nvSpPr>
        <p:spPr>
          <a:xfrm>
            <a:off x="4625975" y="757479"/>
            <a:ext cx="4004733" cy="368117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165A0F7-A6E6-7FD4-5889-29C2C2B33D82}"/>
              </a:ext>
            </a:extLst>
          </p:cNvPr>
          <p:cNvSpPr/>
          <p:nvPr/>
        </p:nvSpPr>
        <p:spPr>
          <a:xfrm>
            <a:off x="7853082" y="6222153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Übernehmen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F885B06-3C00-CE0D-2B8C-7E5767F43616}"/>
              </a:ext>
            </a:extLst>
          </p:cNvPr>
          <p:cNvSpPr/>
          <p:nvPr/>
        </p:nvSpPr>
        <p:spPr>
          <a:xfrm>
            <a:off x="5945306" y="6222153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A19AC8E-83F4-D0FC-EA25-6163AC8FD034}"/>
              </a:ext>
            </a:extLst>
          </p:cNvPr>
          <p:cNvSpPr/>
          <p:nvPr/>
        </p:nvSpPr>
        <p:spPr>
          <a:xfrm>
            <a:off x="5516354" y="970153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 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C935ED2-0251-6AB0-8DA9-6DE36B3F30E8}"/>
              </a:ext>
            </a:extLst>
          </p:cNvPr>
          <p:cNvSpPr/>
          <p:nvPr/>
        </p:nvSpPr>
        <p:spPr>
          <a:xfrm rot="16200000">
            <a:off x="3883260" y="2575268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 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FEC1BDB-3C73-42D8-1C64-4051CCAFD162}"/>
              </a:ext>
            </a:extLst>
          </p:cNvPr>
          <p:cNvSpPr/>
          <p:nvPr/>
        </p:nvSpPr>
        <p:spPr>
          <a:xfrm rot="16200000">
            <a:off x="7378935" y="2575267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 3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6BAFC47-B56C-7AD0-9DFE-8DEC86694BBE}"/>
              </a:ext>
            </a:extLst>
          </p:cNvPr>
          <p:cNvSpPr/>
          <p:nvPr/>
        </p:nvSpPr>
        <p:spPr>
          <a:xfrm>
            <a:off x="5447411" y="3931809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 4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3626543-2C44-527D-CE90-3A916BB95AA4}"/>
              </a:ext>
            </a:extLst>
          </p:cNvPr>
          <p:cNvSpPr/>
          <p:nvPr/>
        </p:nvSpPr>
        <p:spPr>
          <a:xfrm>
            <a:off x="5499916" y="1717811"/>
            <a:ext cx="2238579" cy="31558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CC58346-E9EF-8021-AD0D-2D900C087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362" y="1731423"/>
            <a:ext cx="340826" cy="28839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769C161-EFD4-E1C0-FBEB-9B8F78E35235}"/>
              </a:ext>
            </a:extLst>
          </p:cNvPr>
          <p:cNvSpPr txBox="1"/>
          <p:nvPr/>
        </p:nvSpPr>
        <p:spPr>
          <a:xfrm>
            <a:off x="5468889" y="1714734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Position wählen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6A637AE-FBEA-8A1D-7C87-1D23E901C7AD}"/>
              </a:ext>
            </a:extLst>
          </p:cNvPr>
          <p:cNvSpPr/>
          <p:nvPr/>
        </p:nvSpPr>
        <p:spPr>
          <a:xfrm>
            <a:off x="5516354" y="2351158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FDB0ED1-DF48-929D-2B0C-490BD7C6C5F1}"/>
              </a:ext>
            </a:extLst>
          </p:cNvPr>
          <p:cNvSpPr/>
          <p:nvPr/>
        </p:nvSpPr>
        <p:spPr>
          <a:xfrm>
            <a:off x="5516354" y="2681336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A424BA5-A3DD-285E-E60B-58F08EC7860D}"/>
              </a:ext>
            </a:extLst>
          </p:cNvPr>
          <p:cNvSpPr txBox="1"/>
          <p:nvPr/>
        </p:nvSpPr>
        <p:spPr>
          <a:xfrm>
            <a:off x="5499916" y="2681336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Position 3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E6747F7-B92D-D01A-6571-D6E0D4E25DC9}"/>
              </a:ext>
            </a:extLst>
          </p:cNvPr>
          <p:cNvSpPr txBox="1"/>
          <p:nvPr/>
        </p:nvSpPr>
        <p:spPr>
          <a:xfrm>
            <a:off x="5474042" y="204241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Position 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E69F685-A589-0241-9938-17AFA4102E31}"/>
              </a:ext>
            </a:extLst>
          </p:cNvPr>
          <p:cNvSpPr/>
          <p:nvPr/>
        </p:nvSpPr>
        <p:spPr>
          <a:xfrm>
            <a:off x="5516354" y="3002069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F71C7E3-6233-B8D1-04E4-B64BD79A06A7}"/>
              </a:ext>
            </a:extLst>
          </p:cNvPr>
          <p:cNvSpPr txBox="1"/>
          <p:nvPr/>
        </p:nvSpPr>
        <p:spPr>
          <a:xfrm>
            <a:off x="5501476" y="300143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Position 4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6FB3945-7537-F9A9-7506-F3A3741F1BA6}"/>
              </a:ext>
            </a:extLst>
          </p:cNvPr>
          <p:cNvSpPr/>
          <p:nvPr/>
        </p:nvSpPr>
        <p:spPr>
          <a:xfrm>
            <a:off x="5501476" y="2044962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09FB38A-810B-4751-FF14-9E0E802F2500}"/>
              </a:ext>
            </a:extLst>
          </p:cNvPr>
          <p:cNvSpPr txBox="1"/>
          <p:nvPr/>
        </p:nvSpPr>
        <p:spPr>
          <a:xfrm>
            <a:off x="5499916" y="2353835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Position 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14A0925-BE4D-4B63-5B77-F5F73664150C}"/>
              </a:ext>
            </a:extLst>
          </p:cNvPr>
          <p:cNvSpPr/>
          <p:nvPr/>
        </p:nvSpPr>
        <p:spPr>
          <a:xfrm>
            <a:off x="5369160" y="4845600"/>
            <a:ext cx="2010364" cy="561083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Bühne</a:t>
            </a:r>
          </a:p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hochladen</a:t>
            </a:r>
          </a:p>
        </p:txBody>
      </p:sp>
    </p:spTree>
    <p:extLst>
      <p:ext uri="{BB962C8B-B14F-4D97-AF65-F5344CB8AC3E}">
        <p14:creationId xmlns:p14="http://schemas.microsoft.com/office/powerpoint/2010/main" val="3613395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4B8FEE-19F2-9552-B031-8901C0EA71FE}"/>
              </a:ext>
            </a:extLst>
          </p:cNvPr>
          <p:cNvSpPr/>
          <p:nvPr/>
        </p:nvSpPr>
        <p:spPr>
          <a:xfrm>
            <a:off x="91860" y="349251"/>
            <a:ext cx="6004140" cy="640926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B8BADA7-12C0-52CA-D6CB-59B5F9C96230}"/>
              </a:ext>
            </a:extLst>
          </p:cNvPr>
          <p:cNvSpPr txBox="1"/>
          <p:nvPr/>
        </p:nvSpPr>
        <p:spPr>
          <a:xfrm>
            <a:off x="161274" y="349251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Tische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3499332-D0B5-6908-99E1-85DEA2840D2C}"/>
              </a:ext>
            </a:extLst>
          </p:cNvPr>
          <p:cNvSpPr/>
          <p:nvPr/>
        </p:nvSpPr>
        <p:spPr>
          <a:xfrm>
            <a:off x="318515" y="1289632"/>
            <a:ext cx="5516101" cy="4893732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165A0F7-A6E6-7FD4-5889-29C2C2B33D82}"/>
              </a:ext>
            </a:extLst>
          </p:cNvPr>
          <p:cNvSpPr/>
          <p:nvPr/>
        </p:nvSpPr>
        <p:spPr>
          <a:xfrm>
            <a:off x="4304515" y="6393603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Übernehmen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F885B06-3C00-CE0D-2B8C-7E5767F43616}"/>
              </a:ext>
            </a:extLst>
          </p:cNvPr>
          <p:cNvSpPr/>
          <p:nvPr/>
        </p:nvSpPr>
        <p:spPr>
          <a:xfrm>
            <a:off x="2396739" y="6393603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A19AC8E-83F4-D0FC-EA25-6163AC8FD034}"/>
              </a:ext>
            </a:extLst>
          </p:cNvPr>
          <p:cNvSpPr/>
          <p:nvPr/>
        </p:nvSpPr>
        <p:spPr>
          <a:xfrm rot="16200000">
            <a:off x="-780414" y="3353489"/>
            <a:ext cx="3989486" cy="1002653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C935ED2-0251-6AB0-8DA9-6DE36B3F30E8}"/>
              </a:ext>
            </a:extLst>
          </p:cNvPr>
          <p:cNvSpPr/>
          <p:nvPr/>
        </p:nvSpPr>
        <p:spPr>
          <a:xfrm rot="16200000">
            <a:off x="2640360" y="3434514"/>
            <a:ext cx="3989488" cy="876284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FEC1BDB-3C73-42D8-1C64-4051CCAFD162}"/>
              </a:ext>
            </a:extLst>
          </p:cNvPr>
          <p:cNvSpPr/>
          <p:nvPr/>
        </p:nvSpPr>
        <p:spPr>
          <a:xfrm rot="16200000">
            <a:off x="987810" y="3401778"/>
            <a:ext cx="3989488" cy="906073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52BFB01-1CA3-A3EC-F194-C77C6B437480}"/>
              </a:ext>
            </a:extLst>
          </p:cNvPr>
          <p:cNvSpPr/>
          <p:nvPr/>
        </p:nvSpPr>
        <p:spPr>
          <a:xfrm>
            <a:off x="2541880" y="453682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51F05606-1F2F-E8D1-136E-FCA411C5B653}"/>
              </a:ext>
            </a:extLst>
          </p:cNvPr>
          <p:cNvSpPr txBox="1"/>
          <p:nvPr/>
        </p:nvSpPr>
        <p:spPr>
          <a:xfrm>
            <a:off x="1169649" y="419585"/>
            <a:ext cx="1973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Reihen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85689E1-C15D-9302-4493-13369379E5DD}"/>
              </a:ext>
            </a:extLst>
          </p:cNvPr>
          <p:cNvSpPr txBox="1"/>
          <p:nvPr/>
        </p:nvSpPr>
        <p:spPr>
          <a:xfrm>
            <a:off x="682351" y="1903646"/>
            <a:ext cx="974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</a:t>
            </a:r>
          </a:p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Tische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9C59D57-1583-892A-2738-84D92375611D}"/>
              </a:ext>
            </a:extLst>
          </p:cNvPr>
          <p:cNvSpPr/>
          <p:nvPr/>
        </p:nvSpPr>
        <p:spPr>
          <a:xfrm>
            <a:off x="980013" y="2430328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23DD422-7E4A-EE7F-BE0E-362FF95DA8C5}"/>
              </a:ext>
            </a:extLst>
          </p:cNvPr>
          <p:cNvSpPr/>
          <p:nvPr/>
        </p:nvSpPr>
        <p:spPr>
          <a:xfrm rot="16200000">
            <a:off x="952719" y="2791097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7B4837-4941-43DE-AB90-9A8C14F327D1}"/>
              </a:ext>
            </a:extLst>
          </p:cNvPr>
          <p:cNvSpPr/>
          <p:nvPr/>
        </p:nvSpPr>
        <p:spPr>
          <a:xfrm rot="16200000">
            <a:off x="918881" y="3396658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C1409D8-C6B9-5467-4900-8C2AF43BDDA0}"/>
              </a:ext>
            </a:extLst>
          </p:cNvPr>
          <p:cNvSpPr/>
          <p:nvPr/>
        </p:nvSpPr>
        <p:spPr>
          <a:xfrm rot="16200000">
            <a:off x="952718" y="3993602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670364A-5A9C-9A00-D30F-4D53E0820320}"/>
              </a:ext>
            </a:extLst>
          </p:cNvPr>
          <p:cNvSpPr/>
          <p:nvPr/>
        </p:nvSpPr>
        <p:spPr>
          <a:xfrm rot="16200000">
            <a:off x="961714" y="4598157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2D8EFBE-21ED-C1C7-21FB-121D356C49C6}"/>
              </a:ext>
            </a:extLst>
          </p:cNvPr>
          <p:cNvSpPr/>
          <p:nvPr/>
        </p:nvSpPr>
        <p:spPr>
          <a:xfrm rot="16200000">
            <a:off x="2740071" y="2804945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7AD2868-E554-F52E-59FF-4F0B921477B0}"/>
              </a:ext>
            </a:extLst>
          </p:cNvPr>
          <p:cNvSpPr/>
          <p:nvPr/>
        </p:nvSpPr>
        <p:spPr>
          <a:xfrm rot="16200000">
            <a:off x="2706233" y="3410506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70E049E-4A37-E363-8BED-18BB3E5FD0A2}"/>
              </a:ext>
            </a:extLst>
          </p:cNvPr>
          <p:cNvSpPr/>
          <p:nvPr/>
        </p:nvSpPr>
        <p:spPr>
          <a:xfrm rot="16200000">
            <a:off x="2740070" y="4007450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3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C7EB927-B5D4-2338-8C74-8FEA16AB8133}"/>
              </a:ext>
            </a:extLst>
          </p:cNvPr>
          <p:cNvSpPr/>
          <p:nvPr/>
        </p:nvSpPr>
        <p:spPr>
          <a:xfrm rot="16200000">
            <a:off x="2749066" y="4612005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BBC25131-862A-E51D-3D71-1FC5B17317A3}"/>
              </a:ext>
            </a:extLst>
          </p:cNvPr>
          <p:cNvSpPr txBox="1"/>
          <p:nvPr/>
        </p:nvSpPr>
        <p:spPr>
          <a:xfrm>
            <a:off x="2485136" y="1923506"/>
            <a:ext cx="974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</a:t>
            </a:r>
          </a:p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Tische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83E696C-9A06-D73C-94AB-1CCFDD79B4B4}"/>
              </a:ext>
            </a:extLst>
          </p:cNvPr>
          <p:cNvSpPr/>
          <p:nvPr/>
        </p:nvSpPr>
        <p:spPr>
          <a:xfrm>
            <a:off x="2782798" y="2450188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A1288A1-ADCF-BEFD-B1E8-2F5D4E83CCF1}"/>
              </a:ext>
            </a:extLst>
          </p:cNvPr>
          <p:cNvSpPr/>
          <p:nvPr/>
        </p:nvSpPr>
        <p:spPr>
          <a:xfrm rot="16200000">
            <a:off x="4400078" y="2785333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4AA4D76-81A0-673B-D490-ED175E885BB1}"/>
              </a:ext>
            </a:extLst>
          </p:cNvPr>
          <p:cNvSpPr/>
          <p:nvPr/>
        </p:nvSpPr>
        <p:spPr>
          <a:xfrm rot="16200000">
            <a:off x="4366240" y="3390894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72C6CD3F-22F6-0370-BC5B-2915E2289D4D}"/>
              </a:ext>
            </a:extLst>
          </p:cNvPr>
          <p:cNvSpPr txBox="1"/>
          <p:nvPr/>
        </p:nvSpPr>
        <p:spPr>
          <a:xfrm>
            <a:off x="4145143" y="1903894"/>
            <a:ext cx="974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</a:t>
            </a:r>
          </a:p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Tische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B507AE6-84CF-2BE5-8092-1A23C6D08E17}"/>
              </a:ext>
            </a:extLst>
          </p:cNvPr>
          <p:cNvSpPr/>
          <p:nvPr/>
        </p:nvSpPr>
        <p:spPr>
          <a:xfrm>
            <a:off x="4442805" y="2430576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9664813-CF5F-543F-D3D9-159C196A7365}"/>
              </a:ext>
            </a:extLst>
          </p:cNvPr>
          <p:cNvSpPr/>
          <p:nvPr/>
        </p:nvSpPr>
        <p:spPr>
          <a:xfrm>
            <a:off x="6149760" y="377826"/>
            <a:ext cx="6004140" cy="640926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2E5A8FA-EFBA-E3EE-7BD2-B106DD6D46D6}"/>
              </a:ext>
            </a:extLst>
          </p:cNvPr>
          <p:cNvSpPr txBox="1"/>
          <p:nvPr/>
        </p:nvSpPr>
        <p:spPr>
          <a:xfrm>
            <a:off x="6219173" y="377826"/>
            <a:ext cx="189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Reihe 2 Tisch 2 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0DBB77DA-FE40-BEC9-8DF2-A33FB265FFAB}"/>
              </a:ext>
            </a:extLst>
          </p:cNvPr>
          <p:cNvSpPr/>
          <p:nvPr/>
        </p:nvSpPr>
        <p:spPr>
          <a:xfrm>
            <a:off x="10362415" y="6422178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Übernehmen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080DF8C-7C86-B57E-0C30-1E59C785D23B}"/>
              </a:ext>
            </a:extLst>
          </p:cNvPr>
          <p:cNvSpPr/>
          <p:nvPr/>
        </p:nvSpPr>
        <p:spPr>
          <a:xfrm>
            <a:off x="8454639" y="6422178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73DB3EEE-7DF1-072C-B613-00C8039A0140}"/>
              </a:ext>
            </a:extLst>
          </p:cNvPr>
          <p:cNvSpPr txBox="1"/>
          <p:nvPr/>
        </p:nvSpPr>
        <p:spPr>
          <a:xfrm>
            <a:off x="639314" y="1473090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Reihe 1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BE1A08F-CBCF-13BE-6F4A-2F48E38A2F37}"/>
              </a:ext>
            </a:extLst>
          </p:cNvPr>
          <p:cNvSpPr txBox="1"/>
          <p:nvPr/>
        </p:nvSpPr>
        <p:spPr>
          <a:xfrm>
            <a:off x="2501552" y="1471833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Reihe 2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8DD46615-A7DB-CE11-6CE7-16EDD24CB0F7}"/>
              </a:ext>
            </a:extLst>
          </p:cNvPr>
          <p:cNvSpPr txBox="1"/>
          <p:nvPr/>
        </p:nvSpPr>
        <p:spPr>
          <a:xfrm>
            <a:off x="4136457" y="1492331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Reihe 3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0724F31A-D3C2-9C24-C7FD-78DAF8BF6AD3}"/>
              </a:ext>
            </a:extLst>
          </p:cNvPr>
          <p:cNvSpPr/>
          <p:nvPr/>
        </p:nvSpPr>
        <p:spPr>
          <a:xfrm>
            <a:off x="10178462" y="745072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D289113A-6F5C-FEE4-E738-DFCBEF0C9BCD}"/>
              </a:ext>
            </a:extLst>
          </p:cNvPr>
          <p:cNvSpPr txBox="1"/>
          <p:nvPr/>
        </p:nvSpPr>
        <p:spPr>
          <a:xfrm>
            <a:off x="8390068" y="726268"/>
            <a:ext cx="1973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Stuhl-Paare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5C9DBDF6-54A5-6792-0C10-FC5DE378B785}"/>
              </a:ext>
            </a:extLst>
          </p:cNvPr>
          <p:cNvSpPr/>
          <p:nvPr/>
        </p:nvSpPr>
        <p:spPr>
          <a:xfrm rot="16200000">
            <a:off x="6659865" y="2349180"/>
            <a:ext cx="1818822" cy="876284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939F62EB-19A3-1D0E-AF1E-67DA7BFAA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411" y="1877911"/>
            <a:ext cx="485714" cy="1780952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C82D053F-04C2-24E9-B93C-F0E00AD7E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708" y="1879960"/>
            <a:ext cx="485714" cy="1780952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7666B4A1-F53C-2CE4-FBA7-16AA1BD5D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977" y="1364816"/>
            <a:ext cx="466667" cy="485714"/>
          </a:xfrm>
          <a:prstGeom prst="rect">
            <a:avLst/>
          </a:prstGeom>
        </p:spPr>
      </p:pic>
      <p:pic>
        <p:nvPicPr>
          <p:cNvPr id="61" name="Grafik 60">
            <a:extLst>
              <a:ext uri="{FF2B5EF4-FFF2-40B4-BE49-F238E27FC236}">
                <a16:creationId xmlns:a16="http://schemas.microsoft.com/office/drawing/2014/main" id="{F923C002-117C-E967-B985-665281C41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977" y="3751848"/>
            <a:ext cx="466667" cy="485714"/>
          </a:xfrm>
          <a:prstGeom prst="rect">
            <a:avLst/>
          </a:prstGeom>
        </p:spPr>
      </p:pic>
      <p:sp>
        <p:nvSpPr>
          <p:cNvPr id="62" name="Textfeld 61">
            <a:extLst>
              <a:ext uri="{FF2B5EF4-FFF2-40B4-BE49-F238E27FC236}">
                <a16:creationId xmlns:a16="http://schemas.microsoft.com/office/drawing/2014/main" id="{AF9C9676-1338-15C2-E1D5-0D7D73869D26}"/>
              </a:ext>
            </a:extLst>
          </p:cNvPr>
          <p:cNvSpPr txBox="1"/>
          <p:nvPr/>
        </p:nvSpPr>
        <p:spPr>
          <a:xfrm>
            <a:off x="8951693" y="2426866"/>
            <a:ext cx="27719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Klick auf Sitz für Änderung:</a:t>
            </a:r>
          </a:p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Behalten oder Wegnehmen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05EEE9-AA55-5FEC-6E59-0F2A74EA4842}"/>
              </a:ext>
            </a:extLst>
          </p:cNvPr>
          <p:cNvSpPr txBox="1"/>
          <p:nvPr/>
        </p:nvSpPr>
        <p:spPr>
          <a:xfrm>
            <a:off x="6587365" y="4698733"/>
            <a:ext cx="20994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Beschreibung Tisch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03DB9650-C291-8A70-147D-8BEF07F0CE7A}"/>
              </a:ext>
            </a:extLst>
          </p:cNvPr>
          <p:cNvSpPr/>
          <p:nvPr/>
        </p:nvSpPr>
        <p:spPr>
          <a:xfrm>
            <a:off x="8567905" y="4717212"/>
            <a:ext cx="2189155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Für Stammgäste</a:t>
            </a:r>
          </a:p>
        </p:txBody>
      </p:sp>
    </p:spTree>
    <p:extLst>
      <p:ext uri="{BB962C8B-B14F-4D97-AF65-F5344CB8AC3E}">
        <p14:creationId xmlns:p14="http://schemas.microsoft.com/office/powerpoint/2010/main" val="3927166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29A542F-125E-D293-9266-85BB2EED76EB}"/>
              </a:ext>
            </a:extLst>
          </p:cNvPr>
          <p:cNvSpPr txBox="1"/>
          <p:nvPr/>
        </p:nvSpPr>
        <p:spPr>
          <a:xfrm>
            <a:off x="2609260" y="557709"/>
            <a:ext cx="545408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2800" b="1" dirty="0"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  <a:p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98550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6CD7539-C69E-A460-D37D-2218C7759F15}"/>
              </a:ext>
            </a:extLst>
          </p:cNvPr>
          <p:cNvSpPr/>
          <p:nvPr/>
        </p:nvSpPr>
        <p:spPr>
          <a:xfrm>
            <a:off x="0" y="142841"/>
            <a:ext cx="6004140" cy="8208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23A741-6C8E-9020-91EC-3F45B0DED0A6}"/>
              </a:ext>
            </a:extLst>
          </p:cNvPr>
          <p:cNvSpPr/>
          <p:nvPr/>
        </p:nvSpPr>
        <p:spPr>
          <a:xfrm>
            <a:off x="0" y="963723"/>
            <a:ext cx="6004140" cy="3882492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3F86FA0-4A54-9D1A-FEC2-2BD3F85BB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577" y="251998"/>
            <a:ext cx="2485596" cy="30128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9CE3F2E0-EE11-CDC1-1E7F-370DCDF8B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6657" y="224315"/>
            <a:ext cx="695238" cy="30476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EF91E4C-C01C-6A7A-9B42-A7CF5EA77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5228" y="610551"/>
            <a:ext cx="666667" cy="26666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997BBD09-D1C1-334C-F47D-DE129CC0108F}"/>
              </a:ext>
            </a:extLst>
          </p:cNvPr>
          <p:cNvSpPr txBox="1"/>
          <p:nvPr/>
        </p:nvSpPr>
        <p:spPr>
          <a:xfrm>
            <a:off x="1886926" y="507886"/>
            <a:ext cx="2485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 Programm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533B003-5219-3675-C257-90FAC14D1E24}"/>
              </a:ext>
            </a:extLst>
          </p:cNvPr>
          <p:cNvSpPr txBox="1"/>
          <p:nvPr/>
        </p:nvSpPr>
        <p:spPr>
          <a:xfrm>
            <a:off x="115414" y="1034945"/>
            <a:ext cx="2485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1. Server Ordner 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B0CA318-0646-25BE-6438-00CE8B45FC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03" y="1380749"/>
            <a:ext cx="2457143" cy="428571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1A0A4E7A-5D3B-AE6A-E433-57AB563FA9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412" y="1523606"/>
            <a:ext cx="2438095" cy="285714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DB6957EA-A1D8-B703-874A-75A268165FFB}"/>
              </a:ext>
            </a:extLst>
          </p:cNvPr>
          <p:cNvSpPr txBox="1"/>
          <p:nvPr/>
        </p:nvSpPr>
        <p:spPr>
          <a:xfrm>
            <a:off x="3372019" y="1307738"/>
            <a:ext cx="2506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Ordner für das Event Programm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B5F6AD4-4FB6-8E8B-C33E-0302B59A9406}"/>
              </a:ext>
            </a:extLst>
          </p:cNvPr>
          <p:cNvCxnSpPr>
            <a:cxnSpLocks/>
          </p:cNvCxnSpPr>
          <p:nvPr/>
        </p:nvCxnSpPr>
        <p:spPr>
          <a:xfrm>
            <a:off x="-1" y="1964185"/>
            <a:ext cx="6004141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1E1676B4-E272-5411-40EF-03A75E246D4F}"/>
              </a:ext>
            </a:extLst>
          </p:cNvPr>
          <p:cNvSpPr txBox="1"/>
          <p:nvPr/>
        </p:nvSpPr>
        <p:spPr>
          <a:xfrm>
            <a:off x="83141" y="2004102"/>
            <a:ext cx="4002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Start XML Datei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5E5BB7F-7FC3-83A8-B244-8E794E77252C}"/>
              </a:ext>
            </a:extLst>
          </p:cNvPr>
          <p:cNvSpPr/>
          <p:nvPr/>
        </p:nvSpPr>
        <p:spPr>
          <a:xfrm>
            <a:off x="812991" y="2413350"/>
            <a:ext cx="2189155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161A654-92EB-C99C-EAB0-EE038D4697B6}"/>
              </a:ext>
            </a:extLst>
          </p:cNvPr>
          <p:cNvSpPr txBox="1"/>
          <p:nvPr/>
        </p:nvSpPr>
        <p:spPr>
          <a:xfrm>
            <a:off x="115414" y="2363467"/>
            <a:ext cx="73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538CC07-8227-3A82-C808-63CDDBFC6355}"/>
              </a:ext>
            </a:extLst>
          </p:cNvPr>
          <p:cNvSpPr txBox="1"/>
          <p:nvPr/>
        </p:nvSpPr>
        <p:spPr>
          <a:xfrm>
            <a:off x="812991" y="2404110"/>
            <a:ext cx="19809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D23A5A1-5E6B-08EC-9D73-DF3BAA0F561A}"/>
              </a:ext>
            </a:extLst>
          </p:cNvPr>
          <p:cNvSpPr/>
          <p:nvPr/>
        </p:nvSpPr>
        <p:spPr>
          <a:xfrm>
            <a:off x="3090448" y="2413350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Upload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B095F80-A35A-D5EB-8EE3-B25E3DCEA757}"/>
              </a:ext>
            </a:extLst>
          </p:cNvPr>
          <p:cNvSpPr/>
          <p:nvPr/>
        </p:nvSpPr>
        <p:spPr>
          <a:xfrm>
            <a:off x="4585001" y="2403484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8170A12-E6D0-96CC-2E75-77E28C4006C6}"/>
              </a:ext>
            </a:extLst>
          </p:cNvPr>
          <p:cNvCxnSpPr>
            <a:cxnSpLocks/>
          </p:cNvCxnSpPr>
          <p:nvPr/>
        </p:nvCxnSpPr>
        <p:spPr>
          <a:xfrm>
            <a:off x="-1" y="3357351"/>
            <a:ext cx="6004141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40016B5F-2F4F-8108-5974-6F5277EEF65E}"/>
              </a:ext>
            </a:extLst>
          </p:cNvPr>
          <p:cNvSpPr txBox="1"/>
          <p:nvPr/>
        </p:nvSpPr>
        <p:spPr>
          <a:xfrm>
            <a:off x="32876" y="3397368"/>
            <a:ext cx="4002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3. Event wählen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E517F27-D5AF-C108-1A07-673720DC53DD}"/>
              </a:ext>
            </a:extLst>
          </p:cNvPr>
          <p:cNvSpPr/>
          <p:nvPr/>
        </p:nvSpPr>
        <p:spPr>
          <a:xfrm>
            <a:off x="258703" y="3806716"/>
            <a:ext cx="5463192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94B46DE3-1385-45D5-7AA9-0C12807AA1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294" y="3838955"/>
            <a:ext cx="340826" cy="288390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2FE4F9C8-4A67-91F9-7B92-87E36821512B}"/>
              </a:ext>
            </a:extLst>
          </p:cNvPr>
          <p:cNvSpPr txBox="1"/>
          <p:nvPr/>
        </p:nvSpPr>
        <p:spPr>
          <a:xfrm>
            <a:off x="258703" y="3788036"/>
            <a:ext cx="2674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Datum Name des Events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9086372-473C-49E0-2C02-D1D9CD4E3347}"/>
              </a:ext>
            </a:extLst>
          </p:cNvPr>
          <p:cNvSpPr/>
          <p:nvPr/>
        </p:nvSpPr>
        <p:spPr>
          <a:xfrm>
            <a:off x="254261" y="4216064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Löschen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24FB858-779A-85F7-A04D-06EDE822CAB0}"/>
              </a:ext>
            </a:extLst>
          </p:cNvPr>
          <p:cNvSpPr/>
          <p:nvPr/>
        </p:nvSpPr>
        <p:spPr>
          <a:xfrm>
            <a:off x="4369186" y="4256080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Editieren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FE6A301-FE5A-8EBC-3E91-7A8C42264115}"/>
              </a:ext>
            </a:extLst>
          </p:cNvPr>
          <p:cNvSpPr/>
          <p:nvPr/>
        </p:nvSpPr>
        <p:spPr>
          <a:xfrm>
            <a:off x="6050140" y="963723"/>
            <a:ext cx="6004140" cy="3882492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12F7B63-8966-F401-8DD1-6A76F0674C5B}"/>
              </a:ext>
            </a:extLst>
          </p:cNvPr>
          <p:cNvSpPr txBox="1"/>
          <p:nvPr/>
        </p:nvSpPr>
        <p:spPr>
          <a:xfrm>
            <a:off x="6119554" y="1076905"/>
            <a:ext cx="2256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4. Event editieren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20D400F-FDC4-B874-5171-0439940D34D4}"/>
              </a:ext>
            </a:extLst>
          </p:cNvPr>
          <p:cNvSpPr/>
          <p:nvPr/>
        </p:nvSpPr>
        <p:spPr>
          <a:xfrm>
            <a:off x="6408768" y="1786079"/>
            <a:ext cx="1822380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Datum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75B7A707-F9D2-7EE9-36C3-B747FCD5E4A9}"/>
              </a:ext>
            </a:extLst>
          </p:cNvPr>
          <p:cNvSpPr/>
          <p:nvPr/>
        </p:nvSpPr>
        <p:spPr>
          <a:xfrm>
            <a:off x="8375591" y="1809320"/>
            <a:ext cx="1122243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Start-Zeit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10C1C36E-9B5E-79ED-A624-37EE22D9F075}"/>
              </a:ext>
            </a:extLst>
          </p:cNvPr>
          <p:cNvSpPr/>
          <p:nvPr/>
        </p:nvSpPr>
        <p:spPr>
          <a:xfrm>
            <a:off x="9642277" y="1819536"/>
            <a:ext cx="1122243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End-Zeit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934BA0C2-63C6-D2D3-D041-F922E0F5378B}"/>
              </a:ext>
            </a:extLst>
          </p:cNvPr>
          <p:cNvSpPr/>
          <p:nvPr/>
        </p:nvSpPr>
        <p:spPr>
          <a:xfrm>
            <a:off x="6391514" y="1414770"/>
            <a:ext cx="2686900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Veranstalter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3A34D31D-2691-5781-D4E5-9B04A399AB97}"/>
              </a:ext>
            </a:extLst>
          </p:cNvPr>
          <p:cNvSpPr/>
          <p:nvPr/>
        </p:nvSpPr>
        <p:spPr>
          <a:xfrm>
            <a:off x="9191825" y="1414770"/>
            <a:ext cx="2686900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Lokal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E75A81CB-2E5B-0804-A1F6-770FA87A8D3F}"/>
              </a:ext>
            </a:extLst>
          </p:cNvPr>
          <p:cNvSpPr/>
          <p:nvPr/>
        </p:nvSpPr>
        <p:spPr>
          <a:xfrm>
            <a:off x="6408767" y="2172525"/>
            <a:ext cx="5469957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des Events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ACF744A-9AF7-8DEA-BFFA-9C0E9DCD3B8B}"/>
              </a:ext>
            </a:extLst>
          </p:cNvPr>
          <p:cNvSpPr/>
          <p:nvPr/>
        </p:nvSpPr>
        <p:spPr>
          <a:xfrm>
            <a:off x="6391515" y="2613831"/>
            <a:ext cx="1118000" cy="25737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Preise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2C02477B-0C8A-93FF-4E57-A8A35406DDC9}"/>
              </a:ext>
            </a:extLst>
          </p:cNvPr>
          <p:cNvSpPr/>
          <p:nvPr/>
        </p:nvSpPr>
        <p:spPr>
          <a:xfrm>
            <a:off x="7587749" y="2617344"/>
            <a:ext cx="1403677" cy="28929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Instruktionen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CCF8E58B-5D93-F1FE-4478-62CCD5242A36}"/>
              </a:ext>
            </a:extLst>
          </p:cNvPr>
          <p:cNvSpPr/>
          <p:nvPr/>
        </p:nvSpPr>
        <p:spPr>
          <a:xfrm>
            <a:off x="9049893" y="2602059"/>
            <a:ext cx="1403677" cy="32822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Adresse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3184267-A7E6-AA3F-DA8D-5257E8090620}"/>
              </a:ext>
            </a:extLst>
          </p:cNvPr>
          <p:cNvSpPr/>
          <p:nvPr/>
        </p:nvSpPr>
        <p:spPr>
          <a:xfrm>
            <a:off x="6391514" y="3305657"/>
            <a:ext cx="1739609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E-Mail Absender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4C0C2847-28DD-3DEB-0B4D-BF69001C0A60}"/>
              </a:ext>
            </a:extLst>
          </p:cNvPr>
          <p:cNvSpPr/>
          <p:nvPr/>
        </p:nvSpPr>
        <p:spPr>
          <a:xfrm>
            <a:off x="6391513" y="3665006"/>
            <a:ext cx="1739609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E-Mail Betreff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813B607C-CBF1-3900-E4AE-E90E4373EA16}"/>
              </a:ext>
            </a:extLst>
          </p:cNvPr>
          <p:cNvSpPr/>
          <p:nvPr/>
        </p:nvSpPr>
        <p:spPr>
          <a:xfrm>
            <a:off x="8289587" y="3675224"/>
            <a:ext cx="1643138" cy="28929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E-Mail Inhalt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FC18E43-162B-2418-FD06-3AADD2E548DA}"/>
              </a:ext>
            </a:extLst>
          </p:cNvPr>
          <p:cNvSpPr/>
          <p:nvPr/>
        </p:nvSpPr>
        <p:spPr>
          <a:xfrm>
            <a:off x="10503597" y="2613831"/>
            <a:ext cx="1487582" cy="33574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Beschreibung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775382C2-78CD-883E-7C44-8913F55C9051}"/>
              </a:ext>
            </a:extLst>
          </p:cNvPr>
          <p:cNvSpPr/>
          <p:nvPr/>
        </p:nvSpPr>
        <p:spPr>
          <a:xfrm>
            <a:off x="10214999" y="3302559"/>
            <a:ext cx="1663725" cy="32822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Zahlungsmittel</a:t>
            </a:r>
          </a:p>
        </p:txBody>
      </p:sp>
      <p:sp>
        <p:nvSpPr>
          <p:cNvPr id="1024" name="Rechteck 1023">
            <a:extLst>
              <a:ext uri="{FF2B5EF4-FFF2-40B4-BE49-F238E27FC236}">
                <a16:creationId xmlns:a16="http://schemas.microsoft.com/office/drawing/2014/main" id="{91A21D44-218C-B647-24FE-ABFF6F9554F6}"/>
              </a:ext>
            </a:extLst>
          </p:cNvPr>
          <p:cNvSpPr/>
          <p:nvPr/>
        </p:nvSpPr>
        <p:spPr>
          <a:xfrm>
            <a:off x="6349055" y="4004338"/>
            <a:ext cx="1739609" cy="289298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 abgesagt</a:t>
            </a:r>
          </a:p>
        </p:txBody>
      </p:sp>
      <p:sp>
        <p:nvSpPr>
          <p:cNvPr id="1025" name="Rechteck 1024">
            <a:extLst>
              <a:ext uri="{FF2B5EF4-FFF2-40B4-BE49-F238E27FC236}">
                <a16:creationId xmlns:a16="http://schemas.microsoft.com/office/drawing/2014/main" id="{1E5E5C3B-50BB-9320-40F9-5BE85B58AA31}"/>
              </a:ext>
            </a:extLst>
          </p:cNvPr>
          <p:cNvSpPr/>
          <p:nvPr/>
        </p:nvSpPr>
        <p:spPr>
          <a:xfrm>
            <a:off x="7956171" y="4028213"/>
            <a:ext cx="360349" cy="2892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7" name="Rechteck 1026">
            <a:extLst>
              <a:ext uri="{FF2B5EF4-FFF2-40B4-BE49-F238E27FC236}">
                <a16:creationId xmlns:a16="http://schemas.microsoft.com/office/drawing/2014/main" id="{E69695F3-82D3-BB18-56DE-0E1FEF4C10D1}"/>
              </a:ext>
            </a:extLst>
          </p:cNvPr>
          <p:cNvSpPr/>
          <p:nvPr/>
        </p:nvSpPr>
        <p:spPr>
          <a:xfrm>
            <a:off x="8484110" y="4028213"/>
            <a:ext cx="3394613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Grund</a:t>
            </a:r>
          </a:p>
        </p:txBody>
      </p:sp>
      <p:sp>
        <p:nvSpPr>
          <p:cNvPr id="1028" name="Rechteck 1027">
            <a:extLst>
              <a:ext uri="{FF2B5EF4-FFF2-40B4-BE49-F238E27FC236}">
                <a16:creationId xmlns:a16="http://schemas.microsoft.com/office/drawing/2014/main" id="{D7673D6D-AC84-B99A-9949-25CAB67F8ECE}"/>
              </a:ext>
            </a:extLst>
          </p:cNvPr>
          <p:cNvSpPr/>
          <p:nvPr/>
        </p:nvSpPr>
        <p:spPr>
          <a:xfrm>
            <a:off x="10649521" y="4473931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Speichern</a:t>
            </a:r>
          </a:p>
        </p:txBody>
      </p:sp>
      <p:sp>
        <p:nvSpPr>
          <p:cNvPr id="1029" name="Rechteck 1028">
            <a:extLst>
              <a:ext uri="{FF2B5EF4-FFF2-40B4-BE49-F238E27FC236}">
                <a16:creationId xmlns:a16="http://schemas.microsoft.com/office/drawing/2014/main" id="{FBD295C6-32F7-B1DC-8D3C-FF1673AEB748}"/>
              </a:ext>
            </a:extLst>
          </p:cNvPr>
          <p:cNvSpPr/>
          <p:nvPr/>
        </p:nvSpPr>
        <p:spPr>
          <a:xfrm>
            <a:off x="8484111" y="4473931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1030" name="Rechteck 1029">
            <a:extLst>
              <a:ext uri="{FF2B5EF4-FFF2-40B4-BE49-F238E27FC236}">
                <a16:creationId xmlns:a16="http://schemas.microsoft.com/office/drawing/2014/main" id="{4C7C1E8E-D81A-AC53-E97D-39B7F535C0BC}"/>
              </a:ext>
            </a:extLst>
          </p:cNvPr>
          <p:cNvSpPr/>
          <p:nvPr/>
        </p:nvSpPr>
        <p:spPr>
          <a:xfrm>
            <a:off x="8303256" y="3322636"/>
            <a:ext cx="1629469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E-Mail Titel</a:t>
            </a:r>
          </a:p>
        </p:txBody>
      </p:sp>
    </p:spTree>
    <p:extLst>
      <p:ext uri="{BB962C8B-B14F-4D97-AF65-F5344CB8AC3E}">
        <p14:creationId xmlns:p14="http://schemas.microsoft.com/office/powerpoint/2010/main" val="3559571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4B8FEE-19F2-9552-B031-8901C0EA71FE}"/>
              </a:ext>
            </a:extLst>
          </p:cNvPr>
          <p:cNvSpPr/>
          <p:nvPr/>
        </p:nvSpPr>
        <p:spPr>
          <a:xfrm>
            <a:off x="3640427" y="856146"/>
            <a:ext cx="6004140" cy="3882492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B8BADA7-12C0-52CA-D6CB-59B5F9C96230}"/>
              </a:ext>
            </a:extLst>
          </p:cNvPr>
          <p:cNvSpPr txBox="1"/>
          <p:nvPr/>
        </p:nvSpPr>
        <p:spPr>
          <a:xfrm>
            <a:off x="3709841" y="969328"/>
            <a:ext cx="467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5. Text eingeben 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3499332-D0B5-6908-99E1-85DEA2840D2C}"/>
              </a:ext>
            </a:extLst>
          </p:cNvPr>
          <p:cNvSpPr/>
          <p:nvPr/>
        </p:nvSpPr>
        <p:spPr>
          <a:xfrm>
            <a:off x="3831194" y="1451842"/>
            <a:ext cx="5689324" cy="276698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 ……</a:t>
            </a: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165A0F7-A6E6-7FD4-5889-29C2C2B33D82}"/>
              </a:ext>
            </a:extLst>
          </p:cNvPr>
          <p:cNvSpPr/>
          <p:nvPr/>
        </p:nvSpPr>
        <p:spPr>
          <a:xfrm>
            <a:off x="7853082" y="4334081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Übernehmen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F885B06-3C00-CE0D-2B8C-7E5767F43616}"/>
              </a:ext>
            </a:extLst>
          </p:cNvPr>
          <p:cNvSpPr/>
          <p:nvPr/>
        </p:nvSpPr>
        <p:spPr>
          <a:xfrm>
            <a:off x="5945306" y="4334081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</p:spTree>
    <p:extLst>
      <p:ext uri="{BB962C8B-B14F-4D97-AF65-F5344CB8AC3E}">
        <p14:creationId xmlns:p14="http://schemas.microsoft.com/office/powerpoint/2010/main" val="981368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</Words>
  <Application>Microsoft Office PowerPoint</Application>
  <PresentationFormat>Breitbild</PresentationFormat>
  <Paragraphs>140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169</cp:revision>
  <cp:lastPrinted>2025-06-03T09:11:35Z</cp:lastPrinted>
  <dcterms:created xsi:type="dcterms:W3CDTF">2020-04-04T07:27:22Z</dcterms:created>
  <dcterms:modified xsi:type="dcterms:W3CDTF">2026-04-30T16:45:53Z</dcterms:modified>
</cp:coreProperties>
</file>